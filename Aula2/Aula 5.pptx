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670550" cx="10080625"/>
  <p:notesSz cx="7559675" cy="10691800"/>
  <p:embeddedFontLs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8r+56yznvKphSQIn1URDNqlJC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2A1ECE-D325-4116-8965-77E31A458CD9}">
  <a:tblStyle styleId="{C72A1ECE-D325-4116-8965-77E31A458CD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AF4506C-FD8F-4CF0-A87D-28AED7EF5E2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slide" Target="slides/slide20.xml"/><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1:notes"/>
          <p:cNvSpPr/>
          <p:nvPr>
            <p:ph idx="2" type="sldImg"/>
          </p:nvPr>
        </p:nvSpPr>
        <p:spPr>
          <a:xfrm>
            <a:off x="217488" y="801688"/>
            <a:ext cx="7126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2:notes"/>
          <p:cNvSpPr/>
          <p:nvPr>
            <p:ph idx="2" type="sldImg"/>
          </p:nvPr>
        </p:nvSpPr>
        <p:spPr>
          <a:xfrm>
            <a:off x="217488" y="801688"/>
            <a:ext cx="7126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3:notes"/>
          <p:cNvSpPr/>
          <p:nvPr>
            <p:ph idx="2" type="sldImg"/>
          </p:nvPr>
        </p:nvSpPr>
        <p:spPr>
          <a:xfrm>
            <a:off x="217488" y="801688"/>
            <a:ext cx="7126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6c0e0f59c_0_0:notes"/>
          <p:cNvSpPr txBox="1"/>
          <p:nvPr>
            <p:ph idx="1" type="body"/>
          </p:nvPr>
        </p:nvSpPr>
        <p:spPr>
          <a:xfrm>
            <a:off x="755968" y="5145429"/>
            <a:ext cx="6047700" cy="421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386c0e0f59c_0_0:notes"/>
          <p:cNvSpPr/>
          <p:nvPr>
            <p:ph idx="2" type="sldImg"/>
          </p:nvPr>
        </p:nvSpPr>
        <p:spPr>
          <a:xfrm>
            <a:off x="573088" y="1336675"/>
            <a:ext cx="6413500" cy="36083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4:notes"/>
          <p:cNvSpPr/>
          <p:nvPr>
            <p:ph idx="2" type="sldImg"/>
          </p:nvPr>
        </p:nvSpPr>
        <p:spPr>
          <a:xfrm>
            <a:off x="217488" y="801688"/>
            <a:ext cx="7126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pt-PT" sz="2315">
                <a:solidFill>
                  <a:schemeClr val="dk1"/>
                </a:solidFill>
                <a:latin typeface="Calibri"/>
                <a:ea typeface="Calibri"/>
                <a:cs typeface="Calibri"/>
                <a:sym typeface="Calibri"/>
              </a:rPr>
              <a:t>Pergunta para a turma: o que falhou aqui?</a:t>
            </a:r>
            <a:endParaRPr/>
          </a:p>
        </p:txBody>
      </p:sp>
      <p:sp>
        <p:nvSpPr>
          <p:cNvPr id="146" name="Google Shape;146;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pt-PT" sz="2200">
                <a:solidFill>
                  <a:schemeClr val="dk1"/>
                </a:solidFill>
              </a:rPr>
              <a:t>Pergunta provocadora: qual abordagem é mais honesta com o programador?</a:t>
            </a:r>
            <a:endParaRPr b="1"/>
          </a:p>
        </p:txBody>
      </p:sp>
      <p:sp>
        <p:nvSpPr>
          <p:cNvPr id="165" name="Google Shape;165;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p:nvPr>
            <p:ph idx="2" type="sldImg"/>
          </p:nvPr>
        </p:nvSpPr>
        <p:spPr>
          <a:xfrm>
            <a:off x="217488" y="801688"/>
            <a:ext cx="7126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9: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pt-PT"/>
              <a:t>Se você estiver criando uma classe que herda de um tipo imutável (como </a:t>
            </a:r>
            <a:r>
              <a:rPr b="0" i="0" lang="pt-PT" sz="1100" u="none" cap="none" strike="noStrike">
                <a:solidFill>
                  <a:srgbClr val="000000"/>
                </a:solidFill>
                <a:latin typeface="Arial"/>
                <a:ea typeface="Arial"/>
                <a:cs typeface="Arial"/>
                <a:sym typeface="Arial"/>
              </a:rPr>
              <a:t>int</a:t>
            </a:r>
            <a:r>
              <a:rPr lang="pt-PT"/>
              <a:t>, </a:t>
            </a:r>
            <a:r>
              <a:rPr b="0" i="0" lang="pt-PT" sz="1100" u="none" cap="none" strike="noStrike">
                <a:solidFill>
                  <a:srgbClr val="000000"/>
                </a:solidFill>
                <a:latin typeface="Arial"/>
                <a:ea typeface="Arial"/>
                <a:cs typeface="Arial"/>
                <a:sym typeface="Arial"/>
              </a:rPr>
              <a:t>str</a:t>
            </a:r>
            <a:r>
              <a:rPr lang="pt-PT"/>
              <a:t> ou </a:t>
            </a:r>
            <a:r>
              <a:rPr b="0" i="0" lang="pt-PT" sz="1100" u="none" cap="none" strike="noStrike">
                <a:solidFill>
                  <a:srgbClr val="000000"/>
                </a:solidFill>
                <a:latin typeface="Arial"/>
                <a:ea typeface="Arial"/>
                <a:cs typeface="Arial"/>
                <a:sym typeface="Arial"/>
              </a:rPr>
              <a:t>tuple</a:t>
            </a:r>
            <a:r>
              <a:rPr lang="pt-PT"/>
              <a:t>), você não pode alterar o objeto no </a:t>
            </a:r>
            <a:r>
              <a:rPr b="0" i="0" lang="pt-PT" sz="1100" u="none" cap="none" strike="noStrike">
                <a:solidFill>
                  <a:srgbClr val="000000"/>
                </a:solidFill>
                <a:latin typeface="Arial"/>
                <a:ea typeface="Arial"/>
                <a:cs typeface="Arial"/>
                <a:sym typeface="Arial"/>
              </a:rPr>
              <a:t>__init__</a:t>
            </a:r>
            <a:r>
              <a:rPr lang="pt-PT"/>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p:nvPr>
            <p:ph idx="2" type="sldImg"/>
          </p:nvPr>
        </p:nvSpPr>
        <p:spPr>
          <a:xfrm>
            <a:off x="217488" y="801688"/>
            <a:ext cx="7126287" cy="4010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0: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pt-PT"/>
              <a:t>Se você estiver criando uma classe que herda de um tipo imutável (como </a:t>
            </a:r>
            <a:r>
              <a:rPr b="0" i="0" lang="pt-PT" sz="1100" u="none" cap="none" strike="noStrike">
                <a:solidFill>
                  <a:srgbClr val="000000"/>
                </a:solidFill>
                <a:latin typeface="Arial"/>
                <a:ea typeface="Arial"/>
                <a:cs typeface="Arial"/>
                <a:sym typeface="Arial"/>
              </a:rPr>
              <a:t>int</a:t>
            </a:r>
            <a:r>
              <a:rPr lang="pt-PT"/>
              <a:t>, </a:t>
            </a:r>
            <a:r>
              <a:rPr b="0" i="0" lang="pt-PT" sz="1100" u="none" cap="none" strike="noStrike">
                <a:solidFill>
                  <a:srgbClr val="000000"/>
                </a:solidFill>
                <a:latin typeface="Arial"/>
                <a:ea typeface="Arial"/>
                <a:cs typeface="Arial"/>
                <a:sym typeface="Arial"/>
              </a:rPr>
              <a:t>str</a:t>
            </a:r>
            <a:r>
              <a:rPr lang="pt-PT"/>
              <a:t> ou </a:t>
            </a:r>
            <a:r>
              <a:rPr b="0" i="0" lang="pt-PT" sz="1100" u="none" cap="none" strike="noStrike">
                <a:solidFill>
                  <a:srgbClr val="000000"/>
                </a:solidFill>
                <a:latin typeface="Arial"/>
                <a:ea typeface="Arial"/>
                <a:cs typeface="Arial"/>
                <a:sym typeface="Arial"/>
              </a:rPr>
              <a:t>tuple</a:t>
            </a:r>
            <a:r>
              <a:rPr lang="pt-PT"/>
              <a:t>), você não pode alterar o objeto no </a:t>
            </a:r>
            <a:r>
              <a:rPr b="0" i="0" lang="pt-PT" sz="1100" u="none" cap="none" strike="noStrike">
                <a:solidFill>
                  <a:srgbClr val="000000"/>
                </a:solidFill>
                <a:latin typeface="Arial"/>
                <a:ea typeface="Arial"/>
                <a:cs typeface="Arial"/>
                <a:sym typeface="Arial"/>
              </a:rPr>
              <a:t>__init__</a:t>
            </a:r>
            <a:r>
              <a:rPr lang="pt-PT"/>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8" name="Google Shape;18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1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1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8: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1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1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3:notes"/>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2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o de Título" type="title">
  <p:cSld name="TITLE">
    <p:spTree>
      <p:nvGrpSpPr>
        <p:cNvPr id="11" name="Shape 11"/>
        <p:cNvGrpSpPr/>
        <p:nvPr/>
      </p:nvGrpSpPr>
      <p:grpSpPr>
        <a:xfrm>
          <a:off x="0" y="0"/>
          <a:ext cx="0" cy="0"/>
          <a:chOff x="0" y="0"/>
          <a:chExt cx="0" cy="0"/>
        </a:xfrm>
      </p:grpSpPr>
      <p:sp>
        <p:nvSpPr>
          <p:cNvPr id="12" name="Google Shape;12;p25"/>
          <p:cNvSpPr txBox="1"/>
          <p:nvPr>
            <p:ph type="ctrTitle"/>
          </p:nvPr>
        </p:nvSpPr>
        <p:spPr>
          <a:xfrm>
            <a:off x="1260078" y="928028"/>
            <a:ext cx="7560469" cy="1974191"/>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961"/>
              <a:buFont typeface="Calibri"/>
              <a:buNone/>
              <a:defRPr sz="496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5"/>
          <p:cNvSpPr txBox="1"/>
          <p:nvPr>
            <p:ph idx="1" type="subTitle"/>
          </p:nvPr>
        </p:nvSpPr>
        <p:spPr>
          <a:xfrm>
            <a:off x="1260078" y="2978352"/>
            <a:ext cx="7560469" cy="136907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827"/>
              </a:spcBef>
              <a:spcAft>
                <a:spcPts val="0"/>
              </a:spcAft>
              <a:buClr>
                <a:schemeClr val="dk1"/>
              </a:buClr>
              <a:buSzPts val="1984"/>
              <a:buNone/>
              <a:defRPr sz="1984"/>
            </a:lvl1pPr>
            <a:lvl2pPr lvl="1" algn="ctr">
              <a:lnSpc>
                <a:spcPct val="90000"/>
              </a:lnSpc>
              <a:spcBef>
                <a:spcPts val="413"/>
              </a:spcBef>
              <a:spcAft>
                <a:spcPts val="0"/>
              </a:spcAft>
              <a:buClr>
                <a:schemeClr val="dk1"/>
              </a:buClr>
              <a:buSzPts val="1654"/>
              <a:buNone/>
              <a:defRPr sz="1654"/>
            </a:lvl2pPr>
            <a:lvl3pPr lvl="2" algn="ctr">
              <a:lnSpc>
                <a:spcPct val="90000"/>
              </a:lnSpc>
              <a:spcBef>
                <a:spcPts val="413"/>
              </a:spcBef>
              <a:spcAft>
                <a:spcPts val="0"/>
              </a:spcAft>
              <a:buClr>
                <a:schemeClr val="dk1"/>
              </a:buClr>
              <a:buSzPts val="1488"/>
              <a:buNone/>
              <a:defRPr sz="1488"/>
            </a:lvl3pPr>
            <a:lvl4pPr lvl="3" algn="ctr">
              <a:lnSpc>
                <a:spcPct val="90000"/>
              </a:lnSpc>
              <a:spcBef>
                <a:spcPts val="413"/>
              </a:spcBef>
              <a:spcAft>
                <a:spcPts val="0"/>
              </a:spcAft>
              <a:buClr>
                <a:schemeClr val="dk1"/>
              </a:buClr>
              <a:buSzPts val="1323"/>
              <a:buNone/>
              <a:defRPr sz="1323"/>
            </a:lvl4pPr>
            <a:lvl5pPr lvl="4" algn="ctr">
              <a:lnSpc>
                <a:spcPct val="90000"/>
              </a:lnSpc>
              <a:spcBef>
                <a:spcPts val="413"/>
              </a:spcBef>
              <a:spcAft>
                <a:spcPts val="0"/>
              </a:spcAft>
              <a:buClr>
                <a:schemeClr val="dk1"/>
              </a:buClr>
              <a:buSzPts val="1323"/>
              <a:buNone/>
              <a:defRPr sz="1323"/>
            </a:lvl5pPr>
            <a:lvl6pPr lvl="5" algn="ctr">
              <a:lnSpc>
                <a:spcPct val="90000"/>
              </a:lnSpc>
              <a:spcBef>
                <a:spcPts val="413"/>
              </a:spcBef>
              <a:spcAft>
                <a:spcPts val="0"/>
              </a:spcAft>
              <a:buClr>
                <a:schemeClr val="dk1"/>
              </a:buClr>
              <a:buSzPts val="1323"/>
              <a:buNone/>
              <a:defRPr sz="1323"/>
            </a:lvl6pPr>
            <a:lvl7pPr lvl="6" algn="ctr">
              <a:lnSpc>
                <a:spcPct val="90000"/>
              </a:lnSpc>
              <a:spcBef>
                <a:spcPts val="413"/>
              </a:spcBef>
              <a:spcAft>
                <a:spcPts val="0"/>
              </a:spcAft>
              <a:buClr>
                <a:schemeClr val="dk1"/>
              </a:buClr>
              <a:buSzPts val="1323"/>
              <a:buNone/>
              <a:defRPr sz="1323"/>
            </a:lvl7pPr>
            <a:lvl8pPr lvl="7" algn="ctr">
              <a:lnSpc>
                <a:spcPct val="90000"/>
              </a:lnSpc>
              <a:spcBef>
                <a:spcPts val="413"/>
              </a:spcBef>
              <a:spcAft>
                <a:spcPts val="0"/>
              </a:spcAft>
              <a:buClr>
                <a:schemeClr val="dk1"/>
              </a:buClr>
              <a:buSzPts val="1323"/>
              <a:buNone/>
              <a:defRPr sz="1323"/>
            </a:lvl8pPr>
            <a:lvl9pPr lvl="8" algn="ctr">
              <a:lnSpc>
                <a:spcPct val="90000"/>
              </a:lnSpc>
              <a:spcBef>
                <a:spcPts val="413"/>
              </a:spcBef>
              <a:spcAft>
                <a:spcPts val="0"/>
              </a:spcAft>
              <a:buClr>
                <a:schemeClr val="dk1"/>
              </a:buClr>
              <a:buSzPts val="1323"/>
              <a:buNone/>
              <a:defRPr sz="1323"/>
            </a:lvl9pPr>
          </a:lstStyle>
          <a:p/>
        </p:txBody>
      </p:sp>
      <p:sp>
        <p:nvSpPr>
          <p:cNvPr id="14" name="Google Shape;14;p25"/>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5"/>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5"/>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Objeto" type="obj">
  <p:cSld name="OBJECT">
    <p:spTree>
      <p:nvGrpSpPr>
        <p:cNvPr id="17" name="Shape 17"/>
        <p:cNvGrpSpPr/>
        <p:nvPr/>
      </p:nvGrpSpPr>
      <p:grpSpPr>
        <a:xfrm>
          <a:off x="0" y="0"/>
          <a:ext cx="0" cy="0"/>
          <a:chOff x="0" y="0"/>
          <a:chExt cx="0" cy="0"/>
        </a:xfrm>
      </p:grpSpPr>
      <p:sp>
        <p:nvSpPr>
          <p:cNvPr id="18" name="Google Shape;18;p26"/>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 type="body"/>
          </p:nvPr>
        </p:nvSpPr>
        <p:spPr>
          <a:xfrm>
            <a:off x="693043" y="1509521"/>
            <a:ext cx="8694539" cy="35979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20" name="Google Shape;20;p26"/>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6"/>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Legenda" showMasterSp="0">
  <p:cSld name="Título e Legenda">
    <p:spTree>
      <p:nvGrpSpPr>
        <p:cNvPr id="23" name="Shape 23"/>
        <p:cNvGrpSpPr/>
        <p:nvPr/>
      </p:nvGrpSpPr>
      <p:grpSpPr>
        <a:xfrm>
          <a:off x="0" y="0"/>
          <a:ext cx="0" cy="0"/>
          <a:chOff x="0" y="0"/>
          <a:chExt cx="0" cy="0"/>
        </a:xfrm>
      </p:grpSpPr>
      <p:grpSp>
        <p:nvGrpSpPr>
          <p:cNvPr id="24" name="Google Shape;24;g386c0e0f59c_0_367"/>
          <p:cNvGrpSpPr/>
          <p:nvPr/>
        </p:nvGrpSpPr>
        <p:grpSpPr>
          <a:xfrm>
            <a:off x="0" y="0"/>
            <a:ext cx="10080355" cy="5670880"/>
            <a:chOff x="0" y="0"/>
            <a:chExt cx="12192011" cy="6858000"/>
          </a:xfrm>
        </p:grpSpPr>
        <p:sp>
          <p:nvSpPr>
            <p:cNvPr id="25" name="Google Shape;25;g386c0e0f59c_0_36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86c0e0f59c_0_367"/>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86c0e0f59c_0_367"/>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g386c0e0f59c_0_367"/>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g386c0e0f59c_0_367"/>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g386c0e0f59c_0_367"/>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86c0e0f59c_0_367"/>
            <p:cNvSpPr/>
            <p:nvPr/>
          </p:nvSpPr>
          <p:spPr>
            <a:xfrm rot="-589939">
              <a:off x="8490949" y="2714870"/>
              <a:ext cx="3299413" cy="440920"/>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86c0e0f59c_0_367"/>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33" name="Google Shape;33;g386c0e0f59c_0_367"/>
            <p:cNvSpPr/>
            <p:nvPr/>
          </p:nvSpPr>
          <p:spPr>
            <a:xfrm>
              <a:off x="0" y="1587"/>
              <a:ext cx="12192011"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4" name="Google Shape;34;g386c0e0f59c_0_367"/>
          <p:cNvSpPr txBox="1"/>
          <p:nvPr>
            <p:ph type="title"/>
          </p:nvPr>
        </p:nvSpPr>
        <p:spPr>
          <a:xfrm>
            <a:off x="949853" y="879288"/>
            <a:ext cx="7302300" cy="1135500"/>
          </a:xfrm>
          <a:prstGeom prst="rect">
            <a:avLst/>
          </a:prstGeom>
          <a:noFill/>
          <a:ln>
            <a:noFill/>
          </a:ln>
        </p:spPr>
        <p:txBody>
          <a:bodyPr anchorCtr="0" anchor="ctr" bIns="37775" lIns="75600" spcFirstLastPara="1" rIns="75600" wrap="square" tIns="37775">
            <a:noAutofit/>
          </a:bodyPr>
          <a:lstStyle>
            <a:lvl1pPr lvl="0" algn="l">
              <a:lnSpc>
                <a:spcPct val="90000"/>
              </a:lnSpc>
              <a:spcBef>
                <a:spcPts val="0"/>
              </a:spcBef>
              <a:spcAft>
                <a:spcPts val="0"/>
              </a:spcAft>
              <a:buClr>
                <a:schemeClr val="lt2"/>
              </a:buClr>
              <a:buSzPts val="3300"/>
              <a:buFont typeface="Century Gothic"/>
              <a:buNone/>
              <a:defRPr sz="3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g386c0e0f59c_0_367"/>
          <p:cNvSpPr txBox="1"/>
          <p:nvPr>
            <p:ph idx="1" type="body"/>
          </p:nvPr>
        </p:nvSpPr>
        <p:spPr>
          <a:xfrm>
            <a:off x="954942" y="2929784"/>
            <a:ext cx="7297200" cy="2047800"/>
          </a:xfrm>
          <a:prstGeom prst="rect">
            <a:avLst/>
          </a:prstGeom>
          <a:noFill/>
          <a:ln>
            <a:noFill/>
          </a:ln>
        </p:spPr>
        <p:txBody>
          <a:bodyPr anchorCtr="0" anchor="ctr" bIns="37775" lIns="75600" spcFirstLastPara="1" rIns="75600" wrap="square" tIns="37775">
            <a:normAutofit/>
          </a:bodyPr>
          <a:lstStyle>
            <a:lvl1pPr indent="-228600" lvl="0" marL="457200" algn="l">
              <a:lnSpc>
                <a:spcPct val="90000"/>
              </a:lnSpc>
              <a:spcBef>
                <a:spcPts val="800"/>
              </a:spcBef>
              <a:spcAft>
                <a:spcPts val="0"/>
              </a:spcAft>
              <a:buSzPts val="1200"/>
              <a:buNone/>
              <a:defRPr sz="1500"/>
            </a:lvl1pPr>
            <a:lvl2pPr indent="-228600" lvl="1" marL="914400" algn="l">
              <a:lnSpc>
                <a:spcPct val="90000"/>
              </a:lnSpc>
              <a:spcBef>
                <a:spcPts val="800"/>
              </a:spcBef>
              <a:spcAft>
                <a:spcPts val="0"/>
              </a:spcAft>
              <a:buSzPts val="800"/>
              <a:buNone/>
              <a:defRPr sz="1000"/>
            </a:lvl2pPr>
            <a:lvl3pPr indent="-228600" lvl="2" marL="1371600" algn="l">
              <a:lnSpc>
                <a:spcPct val="90000"/>
              </a:lnSpc>
              <a:spcBef>
                <a:spcPts val="800"/>
              </a:spcBef>
              <a:spcAft>
                <a:spcPts val="0"/>
              </a:spcAft>
              <a:buSzPts val="700"/>
              <a:buNone/>
              <a:defRPr sz="800"/>
            </a:lvl3pPr>
            <a:lvl4pPr indent="-228600" lvl="3" marL="1828800" algn="l">
              <a:lnSpc>
                <a:spcPct val="90000"/>
              </a:lnSpc>
              <a:spcBef>
                <a:spcPts val="800"/>
              </a:spcBef>
              <a:spcAft>
                <a:spcPts val="0"/>
              </a:spcAft>
              <a:buSzPts val="600"/>
              <a:buNone/>
              <a:defRPr sz="700"/>
            </a:lvl4pPr>
            <a:lvl5pPr indent="-228600" lvl="4" marL="2286000" algn="l">
              <a:lnSpc>
                <a:spcPct val="90000"/>
              </a:lnSpc>
              <a:spcBef>
                <a:spcPts val="800"/>
              </a:spcBef>
              <a:spcAft>
                <a:spcPts val="0"/>
              </a:spcAft>
              <a:buSzPts val="600"/>
              <a:buNone/>
              <a:defRPr sz="700"/>
            </a:lvl5pPr>
            <a:lvl6pPr indent="-228600" lvl="5" marL="2743200" algn="l">
              <a:lnSpc>
                <a:spcPct val="90000"/>
              </a:lnSpc>
              <a:spcBef>
                <a:spcPts val="800"/>
              </a:spcBef>
              <a:spcAft>
                <a:spcPts val="0"/>
              </a:spcAft>
              <a:buSzPts val="600"/>
              <a:buNone/>
              <a:defRPr sz="700"/>
            </a:lvl6pPr>
            <a:lvl7pPr indent="-228600" lvl="6" marL="3200400" algn="l">
              <a:lnSpc>
                <a:spcPct val="90000"/>
              </a:lnSpc>
              <a:spcBef>
                <a:spcPts val="800"/>
              </a:spcBef>
              <a:spcAft>
                <a:spcPts val="0"/>
              </a:spcAft>
              <a:buSzPts val="600"/>
              <a:buNone/>
              <a:defRPr sz="700"/>
            </a:lvl7pPr>
            <a:lvl8pPr indent="-228600" lvl="7" marL="3657600" algn="l">
              <a:lnSpc>
                <a:spcPct val="90000"/>
              </a:lnSpc>
              <a:spcBef>
                <a:spcPts val="800"/>
              </a:spcBef>
              <a:spcAft>
                <a:spcPts val="0"/>
              </a:spcAft>
              <a:buSzPts val="600"/>
              <a:buNone/>
              <a:defRPr sz="700"/>
            </a:lvl8pPr>
            <a:lvl9pPr indent="-228600" lvl="8" marL="4114800" algn="l">
              <a:lnSpc>
                <a:spcPct val="90000"/>
              </a:lnSpc>
              <a:spcBef>
                <a:spcPts val="800"/>
              </a:spcBef>
              <a:spcAft>
                <a:spcPts val="0"/>
              </a:spcAft>
              <a:buSzPts val="600"/>
              <a:buNone/>
              <a:defRPr sz="700"/>
            </a:lvl9pPr>
          </a:lstStyle>
          <a:p/>
        </p:txBody>
      </p:sp>
      <p:sp>
        <p:nvSpPr>
          <p:cNvPr id="36" name="Google Shape;36;g386c0e0f59c_0_367"/>
          <p:cNvSpPr txBox="1"/>
          <p:nvPr>
            <p:ph idx="10" type="dt"/>
          </p:nvPr>
        </p:nvSpPr>
        <p:spPr>
          <a:xfrm>
            <a:off x="8808231" y="5285103"/>
            <a:ext cx="819000" cy="252000"/>
          </a:xfrm>
          <a:prstGeom prst="rect">
            <a:avLst/>
          </a:prstGeom>
          <a:noFill/>
          <a:ln>
            <a:noFill/>
          </a:ln>
        </p:spPr>
        <p:txBody>
          <a:bodyPr anchorCtr="0" anchor="ctr" bIns="37775" lIns="75600" spcFirstLastPara="1" rIns="75600" wrap="square" tIns="37775">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g386c0e0f59c_0_367"/>
          <p:cNvSpPr txBox="1"/>
          <p:nvPr>
            <p:ph idx="11" type="ftr"/>
          </p:nvPr>
        </p:nvSpPr>
        <p:spPr>
          <a:xfrm>
            <a:off x="463939" y="5285103"/>
            <a:ext cx="3191400" cy="252000"/>
          </a:xfrm>
          <a:prstGeom prst="rect">
            <a:avLst/>
          </a:prstGeom>
          <a:noFill/>
          <a:ln>
            <a:noFill/>
          </a:ln>
        </p:spPr>
        <p:txBody>
          <a:bodyPr anchorCtr="0" anchor="ctr" bIns="37775" lIns="75600" spcFirstLastPara="1" rIns="75600" wrap="square" tIns="37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g386c0e0f59c_0_367"/>
          <p:cNvSpPr/>
          <p:nvPr/>
        </p:nvSpPr>
        <p:spPr>
          <a:xfrm>
            <a:off x="8630222" y="0"/>
            <a:ext cx="567000" cy="945000"/>
          </a:xfrm>
          <a:prstGeom prst="rect">
            <a:avLst/>
          </a:prstGeom>
          <a:solidFill>
            <a:schemeClr val="accent1"/>
          </a:solidFill>
          <a:ln>
            <a:noFill/>
          </a:ln>
          <a:effectLst>
            <a:outerShdw blurRad="31502" rotWithShape="0" dir="5400000" dist="21002">
              <a:srgbClr val="000000">
                <a:alpha val="44705"/>
              </a:srgbClr>
            </a:outerShdw>
          </a:effectLst>
        </p:spPr>
        <p:txBody>
          <a:bodyPr anchorCtr="0" anchor="ctr" bIns="75600" lIns="75600" spcFirstLastPara="1" rIns="75600" wrap="square" tIns="75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g386c0e0f59c_0_367"/>
          <p:cNvSpPr txBox="1"/>
          <p:nvPr>
            <p:ph idx="12" type="sldNum"/>
          </p:nvPr>
        </p:nvSpPr>
        <p:spPr>
          <a:xfrm>
            <a:off x="8559717" y="244524"/>
            <a:ext cx="693000" cy="634800"/>
          </a:xfrm>
          <a:prstGeom prst="rect">
            <a:avLst/>
          </a:prstGeom>
          <a:noFill/>
          <a:ln>
            <a:noFill/>
          </a:ln>
        </p:spPr>
        <p:txBody>
          <a:bodyPr anchorCtr="0" anchor="b" bIns="37775" lIns="75600" spcFirstLastPara="1" rIns="75600" wrap="square" tIns="37775">
            <a:noAutofit/>
          </a:bodyPr>
          <a:lstStyle>
            <a:lvl1pPr indent="0" lvl="0"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chemeClr val="lt1"/>
              </a:buClr>
              <a:buSzPts val="2300"/>
              <a:buFont typeface="Century Gothic"/>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cção" type="secHead">
  <p:cSld name="SECTION_HEADER">
    <p:spTree>
      <p:nvGrpSpPr>
        <p:cNvPr id="40" name="Shape 40"/>
        <p:cNvGrpSpPr/>
        <p:nvPr/>
      </p:nvGrpSpPr>
      <p:grpSpPr>
        <a:xfrm>
          <a:off x="0" y="0"/>
          <a:ext cx="0" cy="0"/>
          <a:chOff x="0" y="0"/>
          <a:chExt cx="0" cy="0"/>
        </a:xfrm>
      </p:grpSpPr>
      <p:sp>
        <p:nvSpPr>
          <p:cNvPr id="41" name="Google Shape;41;p27"/>
          <p:cNvSpPr txBox="1"/>
          <p:nvPr>
            <p:ph type="title"/>
          </p:nvPr>
        </p:nvSpPr>
        <p:spPr>
          <a:xfrm>
            <a:off x="687793" y="1413700"/>
            <a:ext cx="8694539" cy="235879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961"/>
              <a:buFont typeface="Calibri"/>
              <a:buNone/>
              <a:defRPr sz="496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 type="body"/>
          </p:nvPr>
        </p:nvSpPr>
        <p:spPr>
          <a:xfrm>
            <a:off x="687793" y="3794807"/>
            <a:ext cx="8694539" cy="12404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27"/>
              </a:spcBef>
              <a:spcAft>
                <a:spcPts val="0"/>
              </a:spcAft>
              <a:buClr>
                <a:srgbClr val="888888"/>
              </a:buClr>
              <a:buSzPts val="1984"/>
              <a:buNone/>
              <a:defRPr sz="1984">
                <a:solidFill>
                  <a:srgbClr val="888888"/>
                </a:solidFill>
              </a:defRPr>
            </a:lvl1pPr>
            <a:lvl2pPr indent="-228600" lvl="1" marL="914400" algn="l">
              <a:lnSpc>
                <a:spcPct val="90000"/>
              </a:lnSpc>
              <a:spcBef>
                <a:spcPts val="413"/>
              </a:spcBef>
              <a:spcAft>
                <a:spcPts val="0"/>
              </a:spcAft>
              <a:buClr>
                <a:srgbClr val="888888"/>
              </a:buClr>
              <a:buSzPts val="1654"/>
              <a:buNone/>
              <a:defRPr sz="1654">
                <a:solidFill>
                  <a:srgbClr val="888888"/>
                </a:solidFill>
              </a:defRPr>
            </a:lvl2pPr>
            <a:lvl3pPr indent="-228600" lvl="2" marL="1371600" algn="l">
              <a:lnSpc>
                <a:spcPct val="90000"/>
              </a:lnSpc>
              <a:spcBef>
                <a:spcPts val="413"/>
              </a:spcBef>
              <a:spcAft>
                <a:spcPts val="0"/>
              </a:spcAft>
              <a:buClr>
                <a:srgbClr val="888888"/>
              </a:buClr>
              <a:buSzPts val="1488"/>
              <a:buNone/>
              <a:defRPr sz="1488">
                <a:solidFill>
                  <a:srgbClr val="888888"/>
                </a:solidFill>
              </a:defRPr>
            </a:lvl3pPr>
            <a:lvl4pPr indent="-228600" lvl="3" marL="1828800" algn="l">
              <a:lnSpc>
                <a:spcPct val="90000"/>
              </a:lnSpc>
              <a:spcBef>
                <a:spcPts val="413"/>
              </a:spcBef>
              <a:spcAft>
                <a:spcPts val="0"/>
              </a:spcAft>
              <a:buClr>
                <a:srgbClr val="888888"/>
              </a:buClr>
              <a:buSzPts val="1323"/>
              <a:buNone/>
              <a:defRPr sz="1323">
                <a:solidFill>
                  <a:srgbClr val="888888"/>
                </a:solidFill>
              </a:defRPr>
            </a:lvl4pPr>
            <a:lvl5pPr indent="-228600" lvl="4" marL="2286000" algn="l">
              <a:lnSpc>
                <a:spcPct val="90000"/>
              </a:lnSpc>
              <a:spcBef>
                <a:spcPts val="413"/>
              </a:spcBef>
              <a:spcAft>
                <a:spcPts val="0"/>
              </a:spcAft>
              <a:buClr>
                <a:srgbClr val="888888"/>
              </a:buClr>
              <a:buSzPts val="1323"/>
              <a:buNone/>
              <a:defRPr sz="1323">
                <a:solidFill>
                  <a:srgbClr val="888888"/>
                </a:solidFill>
              </a:defRPr>
            </a:lvl5pPr>
            <a:lvl6pPr indent="-228600" lvl="5" marL="2743200" algn="l">
              <a:lnSpc>
                <a:spcPct val="90000"/>
              </a:lnSpc>
              <a:spcBef>
                <a:spcPts val="413"/>
              </a:spcBef>
              <a:spcAft>
                <a:spcPts val="0"/>
              </a:spcAft>
              <a:buClr>
                <a:srgbClr val="888888"/>
              </a:buClr>
              <a:buSzPts val="1323"/>
              <a:buNone/>
              <a:defRPr sz="1323">
                <a:solidFill>
                  <a:srgbClr val="888888"/>
                </a:solidFill>
              </a:defRPr>
            </a:lvl6pPr>
            <a:lvl7pPr indent="-228600" lvl="6" marL="3200400" algn="l">
              <a:lnSpc>
                <a:spcPct val="90000"/>
              </a:lnSpc>
              <a:spcBef>
                <a:spcPts val="413"/>
              </a:spcBef>
              <a:spcAft>
                <a:spcPts val="0"/>
              </a:spcAft>
              <a:buClr>
                <a:srgbClr val="888888"/>
              </a:buClr>
              <a:buSzPts val="1323"/>
              <a:buNone/>
              <a:defRPr sz="1323">
                <a:solidFill>
                  <a:srgbClr val="888888"/>
                </a:solidFill>
              </a:defRPr>
            </a:lvl7pPr>
            <a:lvl8pPr indent="-228600" lvl="7" marL="3657600" algn="l">
              <a:lnSpc>
                <a:spcPct val="90000"/>
              </a:lnSpc>
              <a:spcBef>
                <a:spcPts val="413"/>
              </a:spcBef>
              <a:spcAft>
                <a:spcPts val="0"/>
              </a:spcAft>
              <a:buClr>
                <a:srgbClr val="888888"/>
              </a:buClr>
              <a:buSzPts val="1323"/>
              <a:buNone/>
              <a:defRPr sz="1323">
                <a:solidFill>
                  <a:srgbClr val="888888"/>
                </a:solidFill>
              </a:defRPr>
            </a:lvl8pPr>
            <a:lvl9pPr indent="-228600" lvl="8" marL="4114800" algn="l">
              <a:lnSpc>
                <a:spcPct val="90000"/>
              </a:lnSpc>
              <a:spcBef>
                <a:spcPts val="413"/>
              </a:spcBef>
              <a:spcAft>
                <a:spcPts val="0"/>
              </a:spcAft>
              <a:buClr>
                <a:srgbClr val="888888"/>
              </a:buClr>
              <a:buSzPts val="1323"/>
              <a:buNone/>
              <a:defRPr sz="1323">
                <a:solidFill>
                  <a:srgbClr val="888888"/>
                </a:solidFill>
              </a:defRPr>
            </a:lvl9pPr>
          </a:lstStyle>
          <a:p/>
        </p:txBody>
      </p:sp>
      <p:sp>
        <p:nvSpPr>
          <p:cNvPr id="43" name="Google Shape;43;p27"/>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7"/>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7"/>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46" name="Shape 46"/>
        <p:cNvGrpSpPr/>
        <p:nvPr/>
      </p:nvGrpSpPr>
      <p:grpSpPr>
        <a:xfrm>
          <a:off x="0" y="0"/>
          <a:ext cx="0" cy="0"/>
          <a:chOff x="0" y="0"/>
          <a:chExt cx="0" cy="0"/>
        </a:xfrm>
      </p:grpSpPr>
      <p:sp>
        <p:nvSpPr>
          <p:cNvPr id="47" name="Google Shape;47;p30"/>
          <p:cNvSpPr txBox="1"/>
          <p:nvPr>
            <p:ph type="title"/>
          </p:nvPr>
        </p:nvSpPr>
        <p:spPr>
          <a:xfrm>
            <a:off x="694356" y="378037"/>
            <a:ext cx="3251264" cy="132312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646"/>
              <a:buFont typeface="Calibri"/>
              <a:buNone/>
              <a:defRPr sz="2646"/>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0"/>
          <p:cNvSpPr txBox="1"/>
          <p:nvPr>
            <p:ph idx="1" type="body"/>
          </p:nvPr>
        </p:nvSpPr>
        <p:spPr>
          <a:xfrm>
            <a:off x="4285579" y="816455"/>
            <a:ext cx="5103316" cy="4029766"/>
          </a:xfrm>
          <a:prstGeom prst="rect">
            <a:avLst/>
          </a:prstGeom>
          <a:noFill/>
          <a:ln>
            <a:noFill/>
          </a:ln>
        </p:spPr>
        <p:txBody>
          <a:bodyPr anchorCtr="0" anchor="t" bIns="45700" lIns="91425" spcFirstLastPara="1" rIns="91425" wrap="square" tIns="45700">
            <a:normAutofit/>
          </a:bodyPr>
          <a:lstStyle>
            <a:lvl1pPr indent="-396621" lvl="0" marL="457200" algn="l">
              <a:lnSpc>
                <a:spcPct val="90000"/>
              </a:lnSpc>
              <a:spcBef>
                <a:spcPts val="827"/>
              </a:spcBef>
              <a:spcAft>
                <a:spcPts val="0"/>
              </a:spcAft>
              <a:buClr>
                <a:schemeClr val="dk1"/>
              </a:buClr>
              <a:buSzPts val="2646"/>
              <a:buChar char="•"/>
              <a:defRPr sz="2646"/>
            </a:lvl1pPr>
            <a:lvl2pPr indent="-375602" lvl="1" marL="914400" algn="l">
              <a:lnSpc>
                <a:spcPct val="90000"/>
              </a:lnSpc>
              <a:spcBef>
                <a:spcPts val="413"/>
              </a:spcBef>
              <a:spcAft>
                <a:spcPts val="0"/>
              </a:spcAft>
              <a:buClr>
                <a:schemeClr val="dk1"/>
              </a:buClr>
              <a:buSzPts val="2315"/>
              <a:buChar char="•"/>
              <a:defRPr sz="2315"/>
            </a:lvl2pPr>
            <a:lvl3pPr indent="-354583" lvl="2" marL="1371600" algn="l">
              <a:lnSpc>
                <a:spcPct val="90000"/>
              </a:lnSpc>
              <a:spcBef>
                <a:spcPts val="413"/>
              </a:spcBef>
              <a:spcAft>
                <a:spcPts val="0"/>
              </a:spcAft>
              <a:buClr>
                <a:schemeClr val="dk1"/>
              </a:buClr>
              <a:buSzPts val="1984"/>
              <a:buChar char="•"/>
              <a:defRPr sz="1984"/>
            </a:lvl3pPr>
            <a:lvl4pPr indent="-333629" lvl="3" marL="1828800" algn="l">
              <a:lnSpc>
                <a:spcPct val="90000"/>
              </a:lnSpc>
              <a:spcBef>
                <a:spcPts val="413"/>
              </a:spcBef>
              <a:spcAft>
                <a:spcPts val="0"/>
              </a:spcAft>
              <a:buClr>
                <a:schemeClr val="dk1"/>
              </a:buClr>
              <a:buSzPts val="1654"/>
              <a:buChar char="•"/>
              <a:defRPr sz="1654"/>
            </a:lvl4pPr>
            <a:lvl5pPr indent="-333629" lvl="4" marL="2286000" algn="l">
              <a:lnSpc>
                <a:spcPct val="90000"/>
              </a:lnSpc>
              <a:spcBef>
                <a:spcPts val="413"/>
              </a:spcBef>
              <a:spcAft>
                <a:spcPts val="0"/>
              </a:spcAft>
              <a:buClr>
                <a:schemeClr val="dk1"/>
              </a:buClr>
              <a:buSzPts val="1654"/>
              <a:buChar char="•"/>
              <a:defRPr sz="1654"/>
            </a:lvl5pPr>
            <a:lvl6pPr indent="-333629" lvl="5" marL="2743200" algn="l">
              <a:lnSpc>
                <a:spcPct val="90000"/>
              </a:lnSpc>
              <a:spcBef>
                <a:spcPts val="413"/>
              </a:spcBef>
              <a:spcAft>
                <a:spcPts val="0"/>
              </a:spcAft>
              <a:buClr>
                <a:schemeClr val="dk1"/>
              </a:buClr>
              <a:buSzPts val="1654"/>
              <a:buChar char="•"/>
              <a:defRPr sz="1654"/>
            </a:lvl6pPr>
            <a:lvl7pPr indent="-333629" lvl="6" marL="3200400" algn="l">
              <a:lnSpc>
                <a:spcPct val="90000"/>
              </a:lnSpc>
              <a:spcBef>
                <a:spcPts val="413"/>
              </a:spcBef>
              <a:spcAft>
                <a:spcPts val="0"/>
              </a:spcAft>
              <a:buClr>
                <a:schemeClr val="dk1"/>
              </a:buClr>
              <a:buSzPts val="1654"/>
              <a:buChar char="•"/>
              <a:defRPr sz="1654"/>
            </a:lvl7pPr>
            <a:lvl8pPr indent="-333628" lvl="7" marL="3657600" algn="l">
              <a:lnSpc>
                <a:spcPct val="90000"/>
              </a:lnSpc>
              <a:spcBef>
                <a:spcPts val="413"/>
              </a:spcBef>
              <a:spcAft>
                <a:spcPts val="0"/>
              </a:spcAft>
              <a:buClr>
                <a:schemeClr val="dk1"/>
              </a:buClr>
              <a:buSzPts val="1654"/>
              <a:buChar char="•"/>
              <a:defRPr sz="1654"/>
            </a:lvl8pPr>
            <a:lvl9pPr indent="-333628" lvl="8" marL="4114800" algn="l">
              <a:lnSpc>
                <a:spcPct val="90000"/>
              </a:lnSpc>
              <a:spcBef>
                <a:spcPts val="413"/>
              </a:spcBef>
              <a:spcAft>
                <a:spcPts val="0"/>
              </a:spcAft>
              <a:buClr>
                <a:schemeClr val="dk1"/>
              </a:buClr>
              <a:buSzPts val="1654"/>
              <a:buChar char="•"/>
              <a:defRPr sz="1654"/>
            </a:lvl9pPr>
          </a:lstStyle>
          <a:p/>
        </p:txBody>
      </p:sp>
      <p:sp>
        <p:nvSpPr>
          <p:cNvPr id="49" name="Google Shape;49;p30"/>
          <p:cNvSpPr txBox="1"/>
          <p:nvPr>
            <p:ph idx="2" type="body"/>
          </p:nvPr>
        </p:nvSpPr>
        <p:spPr>
          <a:xfrm>
            <a:off x="694356" y="1701165"/>
            <a:ext cx="3251264" cy="31516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27"/>
              </a:spcBef>
              <a:spcAft>
                <a:spcPts val="0"/>
              </a:spcAft>
              <a:buClr>
                <a:schemeClr val="dk1"/>
              </a:buClr>
              <a:buSzPts val="1323"/>
              <a:buNone/>
              <a:defRPr sz="1323"/>
            </a:lvl1pPr>
            <a:lvl2pPr indent="-228600" lvl="1" marL="914400" algn="l">
              <a:lnSpc>
                <a:spcPct val="90000"/>
              </a:lnSpc>
              <a:spcBef>
                <a:spcPts val="413"/>
              </a:spcBef>
              <a:spcAft>
                <a:spcPts val="0"/>
              </a:spcAft>
              <a:buClr>
                <a:schemeClr val="dk1"/>
              </a:buClr>
              <a:buSzPts val="1158"/>
              <a:buNone/>
              <a:defRPr sz="1158"/>
            </a:lvl2pPr>
            <a:lvl3pPr indent="-228600" lvl="2" marL="1371600" algn="l">
              <a:lnSpc>
                <a:spcPct val="90000"/>
              </a:lnSpc>
              <a:spcBef>
                <a:spcPts val="413"/>
              </a:spcBef>
              <a:spcAft>
                <a:spcPts val="0"/>
              </a:spcAft>
              <a:buClr>
                <a:schemeClr val="dk1"/>
              </a:buClr>
              <a:buSzPts val="992"/>
              <a:buNone/>
              <a:defRPr sz="992"/>
            </a:lvl3pPr>
            <a:lvl4pPr indent="-228600" lvl="3" marL="1828800" algn="l">
              <a:lnSpc>
                <a:spcPct val="90000"/>
              </a:lnSpc>
              <a:spcBef>
                <a:spcPts val="413"/>
              </a:spcBef>
              <a:spcAft>
                <a:spcPts val="0"/>
              </a:spcAft>
              <a:buClr>
                <a:schemeClr val="dk1"/>
              </a:buClr>
              <a:buSzPts val="827"/>
              <a:buNone/>
              <a:defRPr sz="827"/>
            </a:lvl4pPr>
            <a:lvl5pPr indent="-228600" lvl="4" marL="2286000" algn="l">
              <a:lnSpc>
                <a:spcPct val="90000"/>
              </a:lnSpc>
              <a:spcBef>
                <a:spcPts val="413"/>
              </a:spcBef>
              <a:spcAft>
                <a:spcPts val="0"/>
              </a:spcAft>
              <a:buClr>
                <a:schemeClr val="dk1"/>
              </a:buClr>
              <a:buSzPts val="827"/>
              <a:buNone/>
              <a:defRPr sz="827"/>
            </a:lvl5pPr>
            <a:lvl6pPr indent="-228600" lvl="5" marL="2743200" algn="l">
              <a:lnSpc>
                <a:spcPct val="90000"/>
              </a:lnSpc>
              <a:spcBef>
                <a:spcPts val="413"/>
              </a:spcBef>
              <a:spcAft>
                <a:spcPts val="0"/>
              </a:spcAft>
              <a:buClr>
                <a:schemeClr val="dk1"/>
              </a:buClr>
              <a:buSzPts val="827"/>
              <a:buNone/>
              <a:defRPr sz="827"/>
            </a:lvl6pPr>
            <a:lvl7pPr indent="-228600" lvl="6" marL="3200400" algn="l">
              <a:lnSpc>
                <a:spcPct val="90000"/>
              </a:lnSpc>
              <a:spcBef>
                <a:spcPts val="413"/>
              </a:spcBef>
              <a:spcAft>
                <a:spcPts val="0"/>
              </a:spcAft>
              <a:buClr>
                <a:schemeClr val="dk1"/>
              </a:buClr>
              <a:buSzPts val="827"/>
              <a:buNone/>
              <a:defRPr sz="827"/>
            </a:lvl7pPr>
            <a:lvl8pPr indent="-228600" lvl="7" marL="3657600" algn="l">
              <a:lnSpc>
                <a:spcPct val="90000"/>
              </a:lnSpc>
              <a:spcBef>
                <a:spcPts val="413"/>
              </a:spcBef>
              <a:spcAft>
                <a:spcPts val="0"/>
              </a:spcAft>
              <a:buClr>
                <a:schemeClr val="dk1"/>
              </a:buClr>
              <a:buSzPts val="827"/>
              <a:buNone/>
              <a:defRPr sz="827"/>
            </a:lvl8pPr>
            <a:lvl9pPr indent="-228600" lvl="8" marL="4114800" algn="l">
              <a:lnSpc>
                <a:spcPct val="90000"/>
              </a:lnSpc>
              <a:spcBef>
                <a:spcPts val="413"/>
              </a:spcBef>
              <a:spcAft>
                <a:spcPts val="0"/>
              </a:spcAft>
              <a:buClr>
                <a:schemeClr val="dk1"/>
              </a:buClr>
              <a:buSzPts val="827"/>
              <a:buNone/>
              <a:defRPr sz="827"/>
            </a:lvl9pPr>
          </a:lstStyle>
          <a:p/>
        </p:txBody>
      </p:sp>
      <p:sp>
        <p:nvSpPr>
          <p:cNvPr id="50" name="Google Shape;50;p30"/>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Duplo" type="twoObj">
  <p:cSld name="TWO_OBJECTS">
    <p:spTree>
      <p:nvGrpSpPr>
        <p:cNvPr id="53" name="Shape 53"/>
        <p:cNvGrpSpPr/>
        <p:nvPr/>
      </p:nvGrpSpPr>
      <p:grpSpPr>
        <a:xfrm>
          <a:off x="0" y="0"/>
          <a:ext cx="0" cy="0"/>
          <a:chOff x="0" y="0"/>
          <a:chExt cx="0" cy="0"/>
        </a:xfrm>
      </p:grpSpPr>
      <p:sp>
        <p:nvSpPr>
          <p:cNvPr id="54" name="Google Shape;54;p31"/>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1"/>
          <p:cNvSpPr txBox="1"/>
          <p:nvPr>
            <p:ph idx="1" type="body"/>
          </p:nvPr>
        </p:nvSpPr>
        <p:spPr>
          <a:xfrm>
            <a:off x="693043" y="1509521"/>
            <a:ext cx="4284266" cy="35979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56" name="Google Shape;56;p31"/>
          <p:cNvSpPr txBox="1"/>
          <p:nvPr>
            <p:ph idx="2" type="body"/>
          </p:nvPr>
        </p:nvSpPr>
        <p:spPr>
          <a:xfrm>
            <a:off x="5103316" y="1509521"/>
            <a:ext cx="4284266" cy="35979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57" name="Google Shape;57;p31"/>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1"/>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1"/>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60" name="Shape 60"/>
        <p:cNvGrpSpPr/>
        <p:nvPr/>
      </p:nvGrpSpPr>
      <p:grpSpPr>
        <a:xfrm>
          <a:off x="0" y="0"/>
          <a:ext cx="0" cy="0"/>
          <a:chOff x="0" y="0"/>
          <a:chExt cx="0" cy="0"/>
        </a:xfrm>
      </p:grpSpPr>
      <p:sp>
        <p:nvSpPr>
          <p:cNvPr id="61" name="Google Shape;61;p32"/>
          <p:cNvSpPr txBox="1"/>
          <p:nvPr>
            <p:ph type="title"/>
          </p:nvPr>
        </p:nvSpPr>
        <p:spPr>
          <a:xfrm>
            <a:off x="694356" y="301905"/>
            <a:ext cx="8694539" cy="10960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2"/>
          <p:cNvSpPr txBox="1"/>
          <p:nvPr>
            <p:ph idx="1" type="body"/>
          </p:nvPr>
        </p:nvSpPr>
        <p:spPr>
          <a:xfrm>
            <a:off x="694357" y="1390073"/>
            <a:ext cx="4264576" cy="68125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827"/>
              </a:spcBef>
              <a:spcAft>
                <a:spcPts val="0"/>
              </a:spcAft>
              <a:buClr>
                <a:schemeClr val="dk1"/>
              </a:buClr>
              <a:buSzPts val="1984"/>
              <a:buNone/>
              <a:defRPr b="1" sz="1984"/>
            </a:lvl1pPr>
            <a:lvl2pPr indent="-228600" lvl="1" marL="914400" algn="l">
              <a:lnSpc>
                <a:spcPct val="90000"/>
              </a:lnSpc>
              <a:spcBef>
                <a:spcPts val="413"/>
              </a:spcBef>
              <a:spcAft>
                <a:spcPts val="0"/>
              </a:spcAft>
              <a:buClr>
                <a:schemeClr val="dk1"/>
              </a:buClr>
              <a:buSzPts val="1654"/>
              <a:buNone/>
              <a:defRPr b="1" sz="1654"/>
            </a:lvl2pPr>
            <a:lvl3pPr indent="-228600" lvl="2" marL="1371600" algn="l">
              <a:lnSpc>
                <a:spcPct val="90000"/>
              </a:lnSpc>
              <a:spcBef>
                <a:spcPts val="413"/>
              </a:spcBef>
              <a:spcAft>
                <a:spcPts val="0"/>
              </a:spcAft>
              <a:buClr>
                <a:schemeClr val="dk1"/>
              </a:buClr>
              <a:buSzPts val="1488"/>
              <a:buNone/>
              <a:defRPr b="1" sz="1488"/>
            </a:lvl3pPr>
            <a:lvl4pPr indent="-228600" lvl="3" marL="1828800" algn="l">
              <a:lnSpc>
                <a:spcPct val="90000"/>
              </a:lnSpc>
              <a:spcBef>
                <a:spcPts val="413"/>
              </a:spcBef>
              <a:spcAft>
                <a:spcPts val="0"/>
              </a:spcAft>
              <a:buClr>
                <a:schemeClr val="dk1"/>
              </a:buClr>
              <a:buSzPts val="1323"/>
              <a:buNone/>
              <a:defRPr b="1" sz="1323"/>
            </a:lvl4pPr>
            <a:lvl5pPr indent="-228600" lvl="4" marL="2286000" algn="l">
              <a:lnSpc>
                <a:spcPct val="90000"/>
              </a:lnSpc>
              <a:spcBef>
                <a:spcPts val="413"/>
              </a:spcBef>
              <a:spcAft>
                <a:spcPts val="0"/>
              </a:spcAft>
              <a:buClr>
                <a:schemeClr val="dk1"/>
              </a:buClr>
              <a:buSzPts val="1323"/>
              <a:buNone/>
              <a:defRPr b="1" sz="1323"/>
            </a:lvl5pPr>
            <a:lvl6pPr indent="-228600" lvl="5" marL="2743200" algn="l">
              <a:lnSpc>
                <a:spcPct val="90000"/>
              </a:lnSpc>
              <a:spcBef>
                <a:spcPts val="413"/>
              </a:spcBef>
              <a:spcAft>
                <a:spcPts val="0"/>
              </a:spcAft>
              <a:buClr>
                <a:schemeClr val="dk1"/>
              </a:buClr>
              <a:buSzPts val="1323"/>
              <a:buNone/>
              <a:defRPr b="1" sz="1323"/>
            </a:lvl6pPr>
            <a:lvl7pPr indent="-228600" lvl="6" marL="3200400" algn="l">
              <a:lnSpc>
                <a:spcPct val="90000"/>
              </a:lnSpc>
              <a:spcBef>
                <a:spcPts val="413"/>
              </a:spcBef>
              <a:spcAft>
                <a:spcPts val="0"/>
              </a:spcAft>
              <a:buClr>
                <a:schemeClr val="dk1"/>
              </a:buClr>
              <a:buSzPts val="1323"/>
              <a:buNone/>
              <a:defRPr b="1" sz="1323"/>
            </a:lvl7pPr>
            <a:lvl8pPr indent="-228600" lvl="7" marL="3657600" algn="l">
              <a:lnSpc>
                <a:spcPct val="90000"/>
              </a:lnSpc>
              <a:spcBef>
                <a:spcPts val="413"/>
              </a:spcBef>
              <a:spcAft>
                <a:spcPts val="0"/>
              </a:spcAft>
              <a:buClr>
                <a:schemeClr val="dk1"/>
              </a:buClr>
              <a:buSzPts val="1323"/>
              <a:buNone/>
              <a:defRPr b="1" sz="1323"/>
            </a:lvl8pPr>
            <a:lvl9pPr indent="-228600" lvl="8" marL="4114800" algn="l">
              <a:lnSpc>
                <a:spcPct val="90000"/>
              </a:lnSpc>
              <a:spcBef>
                <a:spcPts val="413"/>
              </a:spcBef>
              <a:spcAft>
                <a:spcPts val="0"/>
              </a:spcAft>
              <a:buClr>
                <a:schemeClr val="dk1"/>
              </a:buClr>
              <a:buSzPts val="1323"/>
              <a:buNone/>
              <a:defRPr b="1" sz="1323"/>
            </a:lvl9pPr>
          </a:lstStyle>
          <a:p/>
        </p:txBody>
      </p:sp>
      <p:sp>
        <p:nvSpPr>
          <p:cNvPr id="63" name="Google Shape;63;p32"/>
          <p:cNvSpPr txBox="1"/>
          <p:nvPr>
            <p:ph idx="2" type="body"/>
          </p:nvPr>
        </p:nvSpPr>
        <p:spPr>
          <a:xfrm>
            <a:off x="694357" y="2071326"/>
            <a:ext cx="4264576" cy="30466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64" name="Google Shape;64;p32"/>
          <p:cNvSpPr txBox="1"/>
          <p:nvPr>
            <p:ph idx="3" type="body"/>
          </p:nvPr>
        </p:nvSpPr>
        <p:spPr>
          <a:xfrm>
            <a:off x="5103316" y="1390073"/>
            <a:ext cx="4285579" cy="68125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827"/>
              </a:spcBef>
              <a:spcAft>
                <a:spcPts val="0"/>
              </a:spcAft>
              <a:buClr>
                <a:schemeClr val="dk1"/>
              </a:buClr>
              <a:buSzPts val="1984"/>
              <a:buNone/>
              <a:defRPr b="1" sz="1984"/>
            </a:lvl1pPr>
            <a:lvl2pPr indent="-228600" lvl="1" marL="914400" algn="l">
              <a:lnSpc>
                <a:spcPct val="90000"/>
              </a:lnSpc>
              <a:spcBef>
                <a:spcPts val="413"/>
              </a:spcBef>
              <a:spcAft>
                <a:spcPts val="0"/>
              </a:spcAft>
              <a:buClr>
                <a:schemeClr val="dk1"/>
              </a:buClr>
              <a:buSzPts val="1654"/>
              <a:buNone/>
              <a:defRPr b="1" sz="1654"/>
            </a:lvl2pPr>
            <a:lvl3pPr indent="-228600" lvl="2" marL="1371600" algn="l">
              <a:lnSpc>
                <a:spcPct val="90000"/>
              </a:lnSpc>
              <a:spcBef>
                <a:spcPts val="413"/>
              </a:spcBef>
              <a:spcAft>
                <a:spcPts val="0"/>
              </a:spcAft>
              <a:buClr>
                <a:schemeClr val="dk1"/>
              </a:buClr>
              <a:buSzPts val="1488"/>
              <a:buNone/>
              <a:defRPr b="1" sz="1488"/>
            </a:lvl3pPr>
            <a:lvl4pPr indent="-228600" lvl="3" marL="1828800" algn="l">
              <a:lnSpc>
                <a:spcPct val="90000"/>
              </a:lnSpc>
              <a:spcBef>
                <a:spcPts val="413"/>
              </a:spcBef>
              <a:spcAft>
                <a:spcPts val="0"/>
              </a:spcAft>
              <a:buClr>
                <a:schemeClr val="dk1"/>
              </a:buClr>
              <a:buSzPts val="1323"/>
              <a:buNone/>
              <a:defRPr b="1" sz="1323"/>
            </a:lvl4pPr>
            <a:lvl5pPr indent="-228600" lvl="4" marL="2286000" algn="l">
              <a:lnSpc>
                <a:spcPct val="90000"/>
              </a:lnSpc>
              <a:spcBef>
                <a:spcPts val="413"/>
              </a:spcBef>
              <a:spcAft>
                <a:spcPts val="0"/>
              </a:spcAft>
              <a:buClr>
                <a:schemeClr val="dk1"/>
              </a:buClr>
              <a:buSzPts val="1323"/>
              <a:buNone/>
              <a:defRPr b="1" sz="1323"/>
            </a:lvl5pPr>
            <a:lvl6pPr indent="-228600" lvl="5" marL="2743200" algn="l">
              <a:lnSpc>
                <a:spcPct val="90000"/>
              </a:lnSpc>
              <a:spcBef>
                <a:spcPts val="413"/>
              </a:spcBef>
              <a:spcAft>
                <a:spcPts val="0"/>
              </a:spcAft>
              <a:buClr>
                <a:schemeClr val="dk1"/>
              </a:buClr>
              <a:buSzPts val="1323"/>
              <a:buNone/>
              <a:defRPr b="1" sz="1323"/>
            </a:lvl6pPr>
            <a:lvl7pPr indent="-228600" lvl="6" marL="3200400" algn="l">
              <a:lnSpc>
                <a:spcPct val="90000"/>
              </a:lnSpc>
              <a:spcBef>
                <a:spcPts val="413"/>
              </a:spcBef>
              <a:spcAft>
                <a:spcPts val="0"/>
              </a:spcAft>
              <a:buClr>
                <a:schemeClr val="dk1"/>
              </a:buClr>
              <a:buSzPts val="1323"/>
              <a:buNone/>
              <a:defRPr b="1" sz="1323"/>
            </a:lvl7pPr>
            <a:lvl8pPr indent="-228600" lvl="7" marL="3657600" algn="l">
              <a:lnSpc>
                <a:spcPct val="90000"/>
              </a:lnSpc>
              <a:spcBef>
                <a:spcPts val="413"/>
              </a:spcBef>
              <a:spcAft>
                <a:spcPts val="0"/>
              </a:spcAft>
              <a:buClr>
                <a:schemeClr val="dk1"/>
              </a:buClr>
              <a:buSzPts val="1323"/>
              <a:buNone/>
              <a:defRPr b="1" sz="1323"/>
            </a:lvl8pPr>
            <a:lvl9pPr indent="-228600" lvl="8" marL="4114800" algn="l">
              <a:lnSpc>
                <a:spcPct val="90000"/>
              </a:lnSpc>
              <a:spcBef>
                <a:spcPts val="413"/>
              </a:spcBef>
              <a:spcAft>
                <a:spcPts val="0"/>
              </a:spcAft>
              <a:buClr>
                <a:schemeClr val="dk1"/>
              </a:buClr>
              <a:buSzPts val="1323"/>
              <a:buNone/>
              <a:defRPr b="1" sz="1323"/>
            </a:lvl9pPr>
          </a:lstStyle>
          <a:p/>
        </p:txBody>
      </p:sp>
      <p:sp>
        <p:nvSpPr>
          <p:cNvPr id="65" name="Google Shape;65;p32"/>
          <p:cNvSpPr txBox="1"/>
          <p:nvPr>
            <p:ph idx="4" type="body"/>
          </p:nvPr>
        </p:nvSpPr>
        <p:spPr>
          <a:xfrm>
            <a:off x="5103316" y="2071326"/>
            <a:ext cx="4285579" cy="30466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66" name="Google Shape;66;p32"/>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2"/>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2"/>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 Título" type="titleOnly">
  <p:cSld name="TITLE_ONLY">
    <p:spTree>
      <p:nvGrpSpPr>
        <p:cNvPr id="69" name="Shape 69"/>
        <p:cNvGrpSpPr/>
        <p:nvPr/>
      </p:nvGrpSpPr>
      <p:grpSpPr>
        <a:xfrm>
          <a:off x="0" y="0"/>
          <a:ext cx="0" cy="0"/>
          <a:chOff x="0" y="0"/>
          <a:chExt cx="0" cy="0"/>
        </a:xfrm>
      </p:grpSpPr>
      <p:sp>
        <p:nvSpPr>
          <p:cNvPr id="70" name="Google Shape;70;p33"/>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3"/>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3"/>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3"/>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74" name="Shape 74"/>
        <p:cNvGrpSpPr/>
        <p:nvPr/>
      </p:nvGrpSpPr>
      <p:grpSpPr>
        <a:xfrm>
          <a:off x="0" y="0"/>
          <a:ext cx="0" cy="0"/>
          <a:chOff x="0" y="0"/>
          <a:chExt cx="0" cy="0"/>
        </a:xfrm>
      </p:grpSpPr>
      <p:sp>
        <p:nvSpPr>
          <p:cNvPr id="75" name="Google Shape;75;p34"/>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78" name="Shape 78"/>
        <p:cNvGrpSpPr/>
        <p:nvPr/>
      </p:nvGrpSpPr>
      <p:grpSpPr>
        <a:xfrm>
          <a:off x="0" y="0"/>
          <a:ext cx="0" cy="0"/>
          <a:chOff x="0" y="0"/>
          <a:chExt cx="0" cy="0"/>
        </a:xfrm>
      </p:grpSpPr>
      <p:sp>
        <p:nvSpPr>
          <p:cNvPr id="79" name="Google Shape;79;p35"/>
          <p:cNvSpPr txBox="1"/>
          <p:nvPr>
            <p:ph type="title"/>
          </p:nvPr>
        </p:nvSpPr>
        <p:spPr>
          <a:xfrm>
            <a:off x="694356" y="378037"/>
            <a:ext cx="3251264" cy="132312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646"/>
              <a:buFont typeface="Calibri"/>
              <a:buNone/>
              <a:defRPr sz="2646"/>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p:nvPr>
            <p:ph idx="2" type="pic"/>
          </p:nvPr>
        </p:nvSpPr>
        <p:spPr>
          <a:xfrm>
            <a:off x="4285579" y="816455"/>
            <a:ext cx="5103316" cy="4029766"/>
          </a:xfrm>
          <a:prstGeom prst="rect">
            <a:avLst/>
          </a:prstGeom>
          <a:noFill/>
          <a:ln>
            <a:noFill/>
          </a:ln>
        </p:spPr>
      </p:sp>
      <p:sp>
        <p:nvSpPr>
          <p:cNvPr id="81" name="Google Shape;81;p35"/>
          <p:cNvSpPr txBox="1"/>
          <p:nvPr>
            <p:ph idx="1" type="body"/>
          </p:nvPr>
        </p:nvSpPr>
        <p:spPr>
          <a:xfrm>
            <a:off x="694356" y="1701165"/>
            <a:ext cx="3251264" cy="31516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827"/>
              </a:spcBef>
              <a:spcAft>
                <a:spcPts val="0"/>
              </a:spcAft>
              <a:buClr>
                <a:schemeClr val="dk1"/>
              </a:buClr>
              <a:buSzPts val="1323"/>
              <a:buNone/>
              <a:defRPr sz="1323"/>
            </a:lvl1pPr>
            <a:lvl2pPr indent="-228600" lvl="1" marL="914400" algn="l">
              <a:lnSpc>
                <a:spcPct val="90000"/>
              </a:lnSpc>
              <a:spcBef>
                <a:spcPts val="413"/>
              </a:spcBef>
              <a:spcAft>
                <a:spcPts val="0"/>
              </a:spcAft>
              <a:buClr>
                <a:schemeClr val="dk1"/>
              </a:buClr>
              <a:buSzPts val="1158"/>
              <a:buNone/>
              <a:defRPr sz="1158"/>
            </a:lvl2pPr>
            <a:lvl3pPr indent="-228600" lvl="2" marL="1371600" algn="l">
              <a:lnSpc>
                <a:spcPct val="90000"/>
              </a:lnSpc>
              <a:spcBef>
                <a:spcPts val="413"/>
              </a:spcBef>
              <a:spcAft>
                <a:spcPts val="0"/>
              </a:spcAft>
              <a:buClr>
                <a:schemeClr val="dk1"/>
              </a:buClr>
              <a:buSzPts val="992"/>
              <a:buNone/>
              <a:defRPr sz="992"/>
            </a:lvl3pPr>
            <a:lvl4pPr indent="-228600" lvl="3" marL="1828800" algn="l">
              <a:lnSpc>
                <a:spcPct val="90000"/>
              </a:lnSpc>
              <a:spcBef>
                <a:spcPts val="413"/>
              </a:spcBef>
              <a:spcAft>
                <a:spcPts val="0"/>
              </a:spcAft>
              <a:buClr>
                <a:schemeClr val="dk1"/>
              </a:buClr>
              <a:buSzPts val="827"/>
              <a:buNone/>
              <a:defRPr sz="827"/>
            </a:lvl4pPr>
            <a:lvl5pPr indent="-228600" lvl="4" marL="2286000" algn="l">
              <a:lnSpc>
                <a:spcPct val="90000"/>
              </a:lnSpc>
              <a:spcBef>
                <a:spcPts val="413"/>
              </a:spcBef>
              <a:spcAft>
                <a:spcPts val="0"/>
              </a:spcAft>
              <a:buClr>
                <a:schemeClr val="dk1"/>
              </a:buClr>
              <a:buSzPts val="827"/>
              <a:buNone/>
              <a:defRPr sz="827"/>
            </a:lvl5pPr>
            <a:lvl6pPr indent="-228600" lvl="5" marL="2743200" algn="l">
              <a:lnSpc>
                <a:spcPct val="90000"/>
              </a:lnSpc>
              <a:spcBef>
                <a:spcPts val="413"/>
              </a:spcBef>
              <a:spcAft>
                <a:spcPts val="0"/>
              </a:spcAft>
              <a:buClr>
                <a:schemeClr val="dk1"/>
              </a:buClr>
              <a:buSzPts val="827"/>
              <a:buNone/>
              <a:defRPr sz="827"/>
            </a:lvl6pPr>
            <a:lvl7pPr indent="-228600" lvl="6" marL="3200400" algn="l">
              <a:lnSpc>
                <a:spcPct val="90000"/>
              </a:lnSpc>
              <a:spcBef>
                <a:spcPts val="413"/>
              </a:spcBef>
              <a:spcAft>
                <a:spcPts val="0"/>
              </a:spcAft>
              <a:buClr>
                <a:schemeClr val="dk1"/>
              </a:buClr>
              <a:buSzPts val="827"/>
              <a:buNone/>
              <a:defRPr sz="827"/>
            </a:lvl7pPr>
            <a:lvl8pPr indent="-228600" lvl="7" marL="3657600" algn="l">
              <a:lnSpc>
                <a:spcPct val="90000"/>
              </a:lnSpc>
              <a:spcBef>
                <a:spcPts val="413"/>
              </a:spcBef>
              <a:spcAft>
                <a:spcPts val="0"/>
              </a:spcAft>
              <a:buClr>
                <a:schemeClr val="dk1"/>
              </a:buClr>
              <a:buSzPts val="827"/>
              <a:buNone/>
              <a:defRPr sz="827"/>
            </a:lvl8pPr>
            <a:lvl9pPr indent="-228600" lvl="8" marL="4114800" algn="l">
              <a:lnSpc>
                <a:spcPct val="90000"/>
              </a:lnSpc>
              <a:spcBef>
                <a:spcPts val="413"/>
              </a:spcBef>
              <a:spcAft>
                <a:spcPts val="0"/>
              </a:spcAft>
              <a:buClr>
                <a:schemeClr val="dk1"/>
              </a:buClr>
              <a:buSzPts val="827"/>
              <a:buNone/>
              <a:defRPr sz="827"/>
            </a:lvl9pPr>
          </a:lstStyle>
          <a:p/>
        </p:txBody>
      </p:sp>
      <p:sp>
        <p:nvSpPr>
          <p:cNvPr id="82" name="Google Shape;82;p35"/>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5"/>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85" name="Shape 85"/>
        <p:cNvGrpSpPr/>
        <p:nvPr/>
      </p:nvGrpSpPr>
      <p:grpSpPr>
        <a:xfrm>
          <a:off x="0" y="0"/>
          <a:ext cx="0" cy="0"/>
          <a:chOff x="0" y="0"/>
          <a:chExt cx="0" cy="0"/>
        </a:xfrm>
      </p:grpSpPr>
      <p:sp>
        <p:nvSpPr>
          <p:cNvPr id="86" name="Google Shape;86;p36"/>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6"/>
          <p:cNvSpPr txBox="1"/>
          <p:nvPr>
            <p:ph idx="1" type="body"/>
          </p:nvPr>
        </p:nvSpPr>
        <p:spPr>
          <a:xfrm rot="5400000">
            <a:off x="3241357" y="-1038792"/>
            <a:ext cx="3597912" cy="869453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88" name="Google Shape;88;p36"/>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6"/>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6"/>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e Texto" type="vertTitleAndTx">
  <p:cSld name="VERTICAL_TITLE_AND_VERTICAL_TEXT">
    <p:spTree>
      <p:nvGrpSpPr>
        <p:cNvPr id="91" name="Shape 91"/>
        <p:cNvGrpSpPr/>
        <p:nvPr/>
      </p:nvGrpSpPr>
      <p:grpSpPr>
        <a:xfrm>
          <a:off x="0" y="0"/>
          <a:ext cx="0" cy="0"/>
          <a:chOff x="0" y="0"/>
          <a:chExt cx="0" cy="0"/>
        </a:xfrm>
      </p:grpSpPr>
      <p:sp>
        <p:nvSpPr>
          <p:cNvPr id="92" name="Google Shape;92;p37"/>
          <p:cNvSpPr txBox="1"/>
          <p:nvPr>
            <p:ph type="title"/>
          </p:nvPr>
        </p:nvSpPr>
        <p:spPr>
          <a:xfrm rot="5400000">
            <a:off x="5898000" y="1617851"/>
            <a:ext cx="4805529" cy="217363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7"/>
          <p:cNvSpPr txBox="1"/>
          <p:nvPr>
            <p:ph idx="1" type="body"/>
          </p:nvPr>
        </p:nvSpPr>
        <p:spPr>
          <a:xfrm rot="5400000">
            <a:off x="1487726" y="-492779"/>
            <a:ext cx="4805529" cy="639489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827"/>
              </a:spcBef>
              <a:spcAft>
                <a:spcPts val="0"/>
              </a:spcAft>
              <a:buClr>
                <a:schemeClr val="dk1"/>
              </a:buClr>
              <a:buSzPts val="1800"/>
              <a:buChar char="•"/>
              <a:defRPr/>
            </a:lvl1pPr>
            <a:lvl2pPr indent="-342900" lvl="1" marL="914400" algn="l">
              <a:lnSpc>
                <a:spcPct val="90000"/>
              </a:lnSpc>
              <a:spcBef>
                <a:spcPts val="413"/>
              </a:spcBef>
              <a:spcAft>
                <a:spcPts val="0"/>
              </a:spcAft>
              <a:buClr>
                <a:schemeClr val="dk1"/>
              </a:buClr>
              <a:buSzPts val="1800"/>
              <a:buChar char="•"/>
              <a:defRPr/>
            </a:lvl2pPr>
            <a:lvl3pPr indent="-342900" lvl="2" marL="1371600" algn="l">
              <a:lnSpc>
                <a:spcPct val="90000"/>
              </a:lnSpc>
              <a:spcBef>
                <a:spcPts val="413"/>
              </a:spcBef>
              <a:spcAft>
                <a:spcPts val="0"/>
              </a:spcAft>
              <a:buClr>
                <a:schemeClr val="dk1"/>
              </a:buClr>
              <a:buSzPts val="1800"/>
              <a:buChar char="•"/>
              <a:defRPr/>
            </a:lvl3pPr>
            <a:lvl4pPr indent="-342900" lvl="3" marL="1828800" algn="l">
              <a:lnSpc>
                <a:spcPct val="90000"/>
              </a:lnSpc>
              <a:spcBef>
                <a:spcPts val="413"/>
              </a:spcBef>
              <a:spcAft>
                <a:spcPts val="0"/>
              </a:spcAft>
              <a:buClr>
                <a:schemeClr val="dk1"/>
              </a:buClr>
              <a:buSzPts val="1800"/>
              <a:buChar char="•"/>
              <a:defRPr/>
            </a:lvl4pPr>
            <a:lvl5pPr indent="-342900" lvl="4" marL="2286000" algn="l">
              <a:lnSpc>
                <a:spcPct val="90000"/>
              </a:lnSpc>
              <a:spcBef>
                <a:spcPts val="413"/>
              </a:spcBef>
              <a:spcAft>
                <a:spcPts val="0"/>
              </a:spcAft>
              <a:buClr>
                <a:schemeClr val="dk1"/>
              </a:buClr>
              <a:buSzPts val="1800"/>
              <a:buChar char="•"/>
              <a:defRPr/>
            </a:lvl5pPr>
            <a:lvl6pPr indent="-342900" lvl="5" marL="2743200" algn="l">
              <a:lnSpc>
                <a:spcPct val="90000"/>
              </a:lnSpc>
              <a:spcBef>
                <a:spcPts val="413"/>
              </a:spcBef>
              <a:spcAft>
                <a:spcPts val="0"/>
              </a:spcAft>
              <a:buClr>
                <a:schemeClr val="dk1"/>
              </a:buClr>
              <a:buSzPts val="1800"/>
              <a:buChar char="•"/>
              <a:defRPr/>
            </a:lvl6pPr>
            <a:lvl7pPr indent="-342900" lvl="6" marL="3200400" algn="l">
              <a:lnSpc>
                <a:spcPct val="90000"/>
              </a:lnSpc>
              <a:spcBef>
                <a:spcPts val="413"/>
              </a:spcBef>
              <a:spcAft>
                <a:spcPts val="0"/>
              </a:spcAft>
              <a:buClr>
                <a:schemeClr val="dk1"/>
              </a:buClr>
              <a:buSzPts val="1800"/>
              <a:buChar char="•"/>
              <a:defRPr/>
            </a:lvl7pPr>
            <a:lvl8pPr indent="-342900" lvl="7" marL="3657600" algn="l">
              <a:lnSpc>
                <a:spcPct val="90000"/>
              </a:lnSpc>
              <a:spcBef>
                <a:spcPts val="413"/>
              </a:spcBef>
              <a:spcAft>
                <a:spcPts val="0"/>
              </a:spcAft>
              <a:buClr>
                <a:schemeClr val="dk1"/>
              </a:buClr>
              <a:buSzPts val="1800"/>
              <a:buChar char="•"/>
              <a:defRPr/>
            </a:lvl8pPr>
            <a:lvl9pPr indent="-342900" lvl="8" marL="4114800" algn="l">
              <a:lnSpc>
                <a:spcPct val="90000"/>
              </a:lnSpc>
              <a:spcBef>
                <a:spcPts val="413"/>
              </a:spcBef>
              <a:spcAft>
                <a:spcPts val="0"/>
              </a:spcAft>
              <a:buClr>
                <a:schemeClr val="dk1"/>
              </a:buClr>
              <a:buSzPts val="1800"/>
              <a:buChar char="•"/>
              <a:defRPr/>
            </a:lvl9pPr>
          </a:lstStyle>
          <a:p/>
        </p:txBody>
      </p:sp>
      <p:sp>
        <p:nvSpPr>
          <p:cNvPr id="94" name="Google Shape;94;p37"/>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7"/>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7"/>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00"/>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solidFill>
          <a:schemeClr val="dk1"/>
        </a:solidFill>
      </p:bgPr>
    </p:bg>
    <p:spTree>
      <p:nvGrpSpPr>
        <p:cNvPr id="97" name="Shape 97"/>
        <p:cNvGrpSpPr/>
        <p:nvPr/>
      </p:nvGrpSpPr>
      <p:grpSpPr>
        <a:xfrm>
          <a:off x="0" y="0"/>
          <a:ext cx="0" cy="0"/>
          <a:chOff x="0" y="0"/>
          <a:chExt cx="0" cy="0"/>
        </a:xfrm>
      </p:grpSpPr>
      <p:grpSp>
        <p:nvGrpSpPr>
          <p:cNvPr id="98" name="Google Shape;98;p38"/>
          <p:cNvGrpSpPr/>
          <p:nvPr/>
        </p:nvGrpSpPr>
        <p:grpSpPr>
          <a:xfrm>
            <a:off x="6722852" y="5"/>
            <a:ext cx="3357497" cy="2238704"/>
            <a:chOff x="6098378" y="5"/>
            <a:chExt cx="3045625" cy="2030570"/>
          </a:xfrm>
        </p:grpSpPr>
        <p:sp>
          <p:nvSpPr>
            <p:cNvPr id="99" name="Google Shape;99;p38"/>
            <p:cNvSpPr/>
            <p:nvPr/>
          </p:nvSpPr>
          <p:spPr>
            <a:xfrm>
              <a:off x="8128803" y="16"/>
              <a:ext cx="1015200" cy="1015200"/>
            </a:xfrm>
            <a:prstGeom prst="rect">
              <a:avLst/>
            </a:prstGeom>
            <a:solidFill>
              <a:schemeClr val="accent1"/>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0" name="Google Shape;100;p38"/>
            <p:cNvSpPr/>
            <p:nvPr/>
          </p:nvSpPr>
          <p:spPr>
            <a:xfrm flipH="1">
              <a:off x="7113463" y="5"/>
              <a:ext cx="1015200" cy="1015200"/>
            </a:xfrm>
            <a:prstGeom prst="rtTriangle">
              <a:avLst/>
            </a:prstGeom>
            <a:solidFill>
              <a:schemeClr val="accent2"/>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1" name="Google Shape;101;p38"/>
            <p:cNvSpPr/>
            <p:nvPr/>
          </p:nvSpPr>
          <p:spPr>
            <a:xfrm flipH="1" rot="10800000">
              <a:off x="7113588" y="107"/>
              <a:ext cx="1015200" cy="1015200"/>
            </a:xfrm>
            <a:prstGeom prst="rtTriangle">
              <a:avLst/>
            </a:prstGeom>
            <a:solidFill>
              <a:schemeClr val="accent6"/>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2" name="Google Shape;102;p38"/>
            <p:cNvSpPr/>
            <p:nvPr/>
          </p:nvSpPr>
          <p:spPr>
            <a:xfrm rot="10800000">
              <a:off x="6098378" y="97"/>
              <a:ext cx="1015200" cy="1015200"/>
            </a:xfrm>
            <a:prstGeom prst="rtTriangle">
              <a:avLst/>
            </a:prstGeom>
            <a:solidFill>
              <a:schemeClr val="accent1"/>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3" name="Google Shape;103;p38"/>
            <p:cNvSpPr/>
            <p:nvPr/>
          </p:nvSpPr>
          <p:spPr>
            <a:xfrm rot="10800000">
              <a:off x="8128789" y="1015375"/>
              <a:ext cx="1015200" cy="1015200"/>
            </a:xfrm>
            <a:prstGeom prst="rtTriangle">
              <a:avLst/>
            </a:prstGeom>
            <a:solidFill>
              <a:schemeClr val="accent6"/>
            </a:solidFill>
            <a:ln>
              <a:noFill/>
            </a:ln>
          </p:spPr>
          <p:txBody>
            <a:bodyPr anchorCtr="0" anchor="ctr" bIns="100800" lIns="100800" spcFirstLastPara="1" rIns="100800" wrap="square" tIns="1008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38"/>
          <p:cNvSpPr txBox="1"/>
          <p:nvPr>
            <p:ph type="title"/>
          </p:nvPr>
        </p:nvSpPr>
        <p:spPr>
          <a:xfrm>
            <a:off x="343628" y="1384756"/>
            <a:ext cx="9393300" cy="2238900"/>
          </a:xfrm>
          <a:prstGeom prst="rect">
            <a:avLst/>
          </a:prstGeom>
          <a:noFill/>
          <a:ln>
            <a:noFill/>
          </a:ln>
        </p:spPr>
        <p:txBody>
          <a:bodyPr anchorCtr="0" anchor="b" bIns="100800" lIns="100800" spcFirstLastPara="1" rIns="100800" wrap="square" tIns="100800">
            <a:normAutofit/>
          </a:bodyPr>
          <a:lstStyle>
            <a:lvl1pPr lvl="0" algn="ctr">
              <a:lnSpc>
                <a:spcPct val="90000"/>
              </a:lnSpc>
              <a:spcBef>
                <a:spcPts val="0"/>
              </a:spcBef>
              <a:spcAft>
                <a:spcPts val="0"/>
              </a:spcAft>
              <a:buClr>
                <a:schemeClr val="lt1"/>
              </a:buClr>
              <a:buSzPts val="13200"/>
              <a:buFont typeface="Calibri"/>
              <a:buNone/>
              <a:defRPr sz="13200">
                <a:solidFill>
                  <a:schemeClr val="lt1"/>
                </a:solidFill>
              </a:defRPr>
            </a:lvl1pPr>
            <a:lvl2pPr lvl="1" algn="ctr">
              <a:lnSpc>
                <a:spcPct val="100000"/>
              </a:lnSpc>
              <a:spcBef>
                <a:spcPts val="0"/>
              </a:spcBef>
              <a:spcAft>
                <a:spcPts val="0"/>
              </a:spcAft>
              <a:buClr>
                <a:schemeClr val="lt1"/>
              </a:buClr>
              <a:buSzPts val="13200"/>
              <a:buNone/>
              <a:defRPr sz="13200">
                <a:solidFill>
                  <a:schemeClr val="lt1"/>
                </a:solidFill>
              </a:defRPr>
            </a:lvl2pPr>
            <a:lvl3pPr lvl="2" algn="ctr">
              <a:lnSpc>
                <a:spcPct val="100000"/>
              </a:lnSpc>
              <a:spcBef>
                <a:spcPts val="0"/>
              </a:spcBef>
              <a:spcAft>
                <a:spcPts val="0"/>
              </a:spcAft>
              <a:buClr>
                <a:schemeClr val="lt1"/>
              </a:buClr>
              <a:buSzPts val="13200"/>
              <a:buNone/>
              <a:defRPr sz="13200">
                <a:solidFill>
                  <a:schemeClr val="lt1"/>
                </a:solidFill>
              </a:defRPr>
            </a:lvl3pPr>
            <a:lvl4pPr lvl="3" algn="ctr">
              <a:lnSpc>
                <a:spcPct val="100000"/>
              </a:lnSpc>
              <a:spcBef>
                <a:spcPts val="0"/>
              </a:spcBef>
              <a:spcAft>
                <a:spcPts val="0"/>
              </a:spcAft>
              <a:buClr>
                <a:schemeClr val="lt1"/>
              </a:buClr>
              <a:buSzPts val="13200"/>
              <a:buNone/>
              <a:defRPr sz="13200">
                <a:solidFill>
                  <a:schemeClr val="lt1"/>
                </a:solidFill>
              </a:defRPr>
            </a:lvl4pPr>
            <a:lvl5pPr lvl="4" algn="ctr">
              <a:lnSpc>
                <a:spcPct val="100000"/>
              </a:lnSpc>
              <a:spcBef>
                <a:spcPts val="0"/>
              </a:spcBef>
              <a:spcAft>
                <a:spcPts val="0"/>
              </a:spcAft>
              <a:buClr>
                <a:schemeClr val="lt1"/>
              </a:buClr>
              <a:buSzPts val="13200"/>
              <a:buNone/>
              <a:defRPr sz="13200">
                <a:solidFill>
                  <a:schemeClr val="lt1"/>
                </a:solidFill>
              </a:defRPr>
            </a:lvl5pPr>
            <a:lvl6pPr lvl="5" algn="ctr">
              <a:lnSpc>
                <a:spcPct val="100000"/>
              </a:lnSpc>
              <a:spcBef>
                <a:spcPts val="0"/>
              </a:spcBef>
              <a:spcAft>
                <a:spcPts val="0"/>
              </a:spcAft>
              <a:buClr>
                <a:schemeClr val="lt1"/>
              </a:buClr>
              <a:buSzPts val="13200"/>
              <a:buNone/>
              <a:defRPr sz="13200">
                <a:solidFill>
                  <a:schemeClr val="lt1"/>
                </a:solidFill>
              </a:defRPr>
            </a:lvl6pPr>
            <a:lvl7pPr lvl="6" algn="ctr">
              <a:lnSpc>
                <a:spcPct val="100000"/>
              </a:lnSpc>
              <a:spcBef>
                <a:spcPts val="0"/>
              </a:spcBef>
              <a:spcAft>
                <a:spcPts val="0"/>
              </a:spcAft>
              <a:buClr>
                <a:schemeClr val="lt1"/>
              </a:buClr>
              <a:buSzPts val="13200"/>
              <a:buNone/>
              <a:defRPr sz="13200">
                <a:solidFill>
                  <a:schemeClr val="lt1"/>
                </a:solidFill>
              </a:defRPr>
            </a:lvl7pPr>
            <a:lvl8pPr lvl="7" algn="ctr">
              <a:lnSpc>
                <a:spcPct val="100000"/>
              </a:lnSpc>
              <a:spcBef>
                <a:spcPts val="0"/>
              </a:spcBef>
              <a:spcAft>
                <a:spcPts val="0"/>
              </a:spcAft>
              <a:buClr>
                <a:schemeClr val="lt1"/>
              </a:buClr>
              <a:buSzPts val="13200"/>
              <a:buNone/>
              <a:defRPr sz="13200">
                <a:solidFill>
                  <a:schemeClr val="lt1"/>
                </a:solidFill>
              </a:defRPr>
            </a:lvl8pPr>
            <a:lvl9pPr lvl="8" algn="ctr">
              <a:lnSpc>
                <a:spcPct val="100000"/>
              </a:lnSpc>
              <a:spcBef>
                <a:spcPts val="0"/>
              </a:spcBef>
              <a:spcAft>
                <a:spcPts val="0"/>
              </a:spcAft>
              <a:buClr>
                <a:schemeClr val="lt1"/>
              </a:buClr>
              <a:buSzPts val="13200"/>
              <a:buNone/>
              <a:defRPr sz="13200">
                <a:solidFill>
                  <a:schemeClr val="lt1"/>
                </a:solidFill>
              </a:defRPr>
            </a:lvl9pPr>
          </a:lstStyle>
          <a:p/>
        </p:txBody>
      </p:sp>
      <p:sp>
        <p:nvSpPr>
          <p:cNvPr id="105" name="Google Shape;105;p38"/>
          <p:cNvSpPr txBox="1"/>
          <p:nvPr>
            <p:ph idx="1" type="body"/>
          </p:nvPr>
        </p:nvSpPr>
        <p:spPr>
          <a:xfrm>
            <a:off x="343628" y="3714467"/>
            <a:ext cx="9393300" cy="1413300"/>
          </a:xfrm>
          <a:prstGeom prst="rect">
            <a:avLst/>
          </a:prstGeom>
          <a:noFill/>
          <a:ln>
            <a:noFill/>
          </a:ln>
        </p:spPr>
        <p:txBody>
          <a:bodyPr anchorCtr="0" anchor="t" bIns="100800" lIns="100800" spcFirstLastPara="1" rIns="100800" wrap="square" tIns="100800">
            <a:normAutofit/>
          </a:bodyPr>
          <a:lstStyle>
            <a:lvl1pPr indent="-355600" lvl="0" marL="457200" algn="ctr">
              <a:lnSpc>
                <a:spcPct val="90000"/>
              </a:lnSpc>
              <a:spcBef>
                <a:spcPts val="0"/>
              </a:spcBef>
              <a:spcAft>
                <a:spcPts val="0"/>
              </a:spcAft>
              <a:buClr>
                <a:schemeClr val="lt1"/>
              </a:buClr>
              <a:buSzPts val="2000"/>
              <a:buChar char="●"/>
              <a:defRPr>
                <a:solidFill>
                  <a:schemeClr val="lt1"/>
                </a:solidFill>
              </a:defRPr>
            </a:lvl1pPr>
            <a:lvl2pPr indent="-323850" lvl="1" marL="914400" algn="ctr">
              <a:lnSpc>
                <a:spcPct val="90000"/>
              </a:lnSpc>
              <a:spcBef>
                <a:spcPts val="0"/>
              </a:spcBef>
              <a:spcAft>
                <a:spcPts val="0"/>
              </a:spcAft>
              <a:buClr>
                <a:schemeClr val="lt1"/>
              </a:buClr>
              <a:buSzPts val="1500"/>
              <a:buChar char="○"/>
              <a:defRPr>
                <a:solidFill>
                  <a:schemeClr val="lt1"/>
                </a:solidFill>
              </a:defRPr>
            </a:lvl2pPr>
            <a:lvl3pPr indent="-323850" lvl="2" marL="1371600" algn="ctr">
              <a:lnSpc>
                <a:spcPct val="90000"/>
              </a:lnSpc>
              <a:spcBef>
                <a:spcPts val="0"/>
              </a:spcBef>
              <a:spcAft>
                <a:spcPts val="0"/>
              </a:spcAft>
              <a:buClr>
                <a:schemeClr val="lt1"/>
              </a:buClr>
              <a:buSzPts val="1500"/>
              <a:buChar char="■"/>
              <a:defRPr>
                <a:solidFill>
                  <a:schemeClr val="lt1"/>
                </a:solidFill>
              </a:defRPr>
            </a:lvl3pPr>
            <a:lvl4pPr indent="-323850" lvl="3" marL="1828800" algn="ctr">
              <a:lnSpc>
                <a:spcPct val="90000"/>
              </a:lnSpc>
              <a:spcBef>
                <a:spcPts val="0"/>
              </a:spcBef>
              <a:spcAft>
                <a:spcPts val="0"/>
              </a:spcAft>
              <a:buClr>
                <a:schemeClr val="lt1"/>
              </a:buClr>
              <a:buSzPts val="1500"/>
              <a:buChar char="●"/>
              <a:defRPr>
                <a:solidFill>
                  <a:schemeClr val="lt1"/>
                </a:solidFill>
              </a:defRPr>
            </a:lvl4pPr>
            <a:lvl5pPr indent="-323850" lvl="4" marL="2286000" algn="ctr">
              <a:lnSpc>
                <a:spcPct val="90000"/>
              </a:lnSpc>
              <a:spcBef>
                <a:spcPts val="0"/>
              </a:spcBef>
              <a:spcAft>
                <a:spcPts val="0"/>
              </a:spcAft>
              <a:buClr>
                <a:schemeClr val="lt1"/>
              </a:buClr>
              <a:buSzPts val="1500"/>
              <a:buChar char="○"/>
              <a:defRPr>
                <a:solidFill>
                  <a:schemeClr val="lt1"/>
                </a:solidFill>
              </a:defRPr>
            </a:lvl5pPr>
            <a:lvl6pPr indent="-323850" lvl="5" marL="2743200" algn="ctr">
              <a:lnSpc>
                <a:spcPct val="90000"/>
              </a:lnSpc>
              <a:spcBef>
                <a:spcPts val="0"/>
              </a:spcBef>
              <a:spcAft>
                <a:spcPts val="0"/>
              </a:spcAft>
              <a:buClr>
                <a:schemeClr val="lt1"/>
              </a:buClr>
              <a:buSzPts val="1500"/>
              <a:buChar char="■"/>
              <a:defRPr>
                <a:solidFill>
                  <a:schemeClr val="lt1"/>
                </a:solidFill>
              </a:defRPr>
            </a:lvl6pPr>
            <a:lvl7pPr indent="-323850" lvl="6" marL="3200400" algn="ctr">
              <a:lnSpc>
                <a:spcPct val="90000"/>
              </a:lnSpc>
              <a:spcBef>
                <a:spcPts val="0"/>
              </a:spcBef>
              <a:spcAft>
                <a:spcPts val="0"/>
              </a:spcAft>
              <a:buClr>
                <a:schemeClr val="lt1"/>
              </a:buClr>
              <a:buSzPts val="1500"/>
              <a:buChar char="●"/>
              <a:defRPr>
                <a:solidFill>
                  <a:schemeClr val="lt1"/>
                </a:solidFill>
              </a:defRPr>
            </a:lvl7pPr>
            <a:lvl8pPr indent="-323850" lvl="7" marL="3657600" algn="ctr">
              <a:lnSpc>
                <a:spcPct val="90000"/>
              </a:lnSpc>
              <a:spcBef>
                <a:spcPts val="0"/>
              </a:spcBef>
              <a:spcAft>
                <a:spcPts val="0"/>
              </a:spcAft>
              <a:buClr>
                <a:schemeClr val="lt1"/>
              </a:buClr>
              <a:buSzPts val="1500"/>
              <a:buChar char="○"/>
              <a:defRPr>
                <a:solidFill>
                  <a:schemeClr val="lt1"/>
                </a:solidFill>
              </a:defRPr>
            </a:lvl8pPr>
            <a:lvl9pPr indent="-323850" lvl="8" marL="4114800" algn="ctr">
              <a:lnSpc>
                <a:spcPct val="90000"/>
              </a:lnSpc>
              <a:spcBef>
                <a:spcPts val="0"/>
              </a:spcBef>
              <a:spcAft>
                <a:spcPts val="0"/>
              </a:spcAft>
              <a:buClr>
                <a:schemeClr val="lt1"/>
              </a:buClr>
              <a:buSzPts val="1500"/>
              <a:buChar char="■"/>
              <a:defRPr>
                <a:solidFill>
                  <a:schemeClr val="lt1"/>
                </a:solidFill>
              </a:defRPr>
            </a:lvl9pPr>
          </a:lstStyle>
          <a:p/>
        </p:txBody>
      </p:sp>
      <p:sp>
        <p:nvSpPr>
          <p:cNvPr id="106" name="Google Shape;106;p38"/>
          <p:cNvSpPr txBox="1"/>
          <p:nvPr>
            <p:ph idx="12" type="sldNum"/>
          </p:nvPr>
        </p:nvSpPr>
        <p:spPr>
          <a:xfrm>
            <a:off x="9327038" y="5127794"/>
            <a:ext cx="604800" cy="433800"/>
          </a:xfrm>
          <a:prstGeom prst="rect">
            <a:avLst/>
          </a:prstGeom>
          <a:noFill/>
          <a:ln>
            <a:noFill/>
          </a:ln>
        </p:spPr>
        <p:txBody>
          <a:bodyPr anchorCtr="0" anchor="ctr" bIns="100800" lIns="100800" spcFirstLastPara="1" rIns="100800" wrap="square" tIns="100800">
            <a:normAutofit/>
          </a:bodyPr>
          <a:lstStyle>
            <a:lvl1pPr indent="0" lvl="0"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38"/>
              <a:buFont typeface="Calibri"/>
              <a:buNone/>
              <a:defRPr b="0" i="0" sz="3638"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693043" y="1509521"/>
            <a:ext cx="8694539" cy="3597912"/>
          </a:xfrm>
          <a:prstGeom prst="rect">
            <a:avLst/>
          </a:prstGeom>
          <a:noFill/>
          <a:ln>
            <a:noFill/>
          </a:ln>
        </p:spPr>
        <p:txBody>
          <a:bodyPr anchorCtr="0" anchor="t" bIns="45700" lIns="91425" spcFirstLastPara="1" rIns="91425" wrap="square" tIns="45700">
            <a:normAutofit/>
          </a:bodyPr>
          <a:lstStyle>
            <a:lvl1pPr indent="-375602" lvl="0" marL="457200" marR="0" rtl="0" algn="l">
              <a:lnSpc>
                <a:spcPct val="90000"/>
              </a:lnSpc>
              <a:spcBef>
                <a:spcPts val="827"/>
              </a:spcBef>
              <a:spcAft>
                <a:spcPts val="0"/>
              </a:spcAft>
              <a:buClr>
                <a:schemeClr val="dk1"/>
              </a:buClr>
              <a:buSzPts val="2315"/>
              <a:buFont typeface="Arial"/>
              <a:buChar char="•"/>
              <a:defRPr b="0" i="0" sz="2315" u="none" cap="none" strike="noStrike">
                <a:solidFill>
                  <a:schemeClr val="dk1"/>
                </a:solidFill>
                <a:latin typeface="Calibri"/>
                <a:ea typeface="Calibri"/>
                <a:cs typeface="Calibri"/>
                <a:sym typeface="Calibri"/>
              </a:defRPr>
            </a:lvl1pPr>
            <a:lvl2pPr indent="-354583" lvl="1" marL="914400" marR="0" rtl="0" algn="l">
              <a:lnSpc>
                <a:spcPct val="90000"/>
              </a:lnSpc>
              <a:spcBef>
                <a:spcPts val="413"/>
              </a:spcBef>
              <a:spcAft>
                <a:spcPts val="0"/>
              </a:spcAft>
              <a:buClr>
                <a:schemeClr val="dk1"/>
              </a:buClr>
              <a:buSzPts val="1984"/>
              <a:buFont typeface="Arial"/>
              <a:buChar char="•"/>
              <a:defRPr b="0" i="0" sz="1984" u="none" cap="none" strike="noStrike">
                <a:solidFill>
                  <a:schemeClr val="dk1"/>
                </a:solidFill>
                <a:latin typeface="Calibri"/>
                <a:ea typeface="Calibri"/>
                <a:cs typeface="Calibri"/>
                <a:sym typeface="Calibri"/>
              </a:defRPr>
            </a:lvl2pPr>
            <a:lvl3pPr indent="-333629" lvl="2" marL="1371600" marR="0" rtl="0" algn="l">
              <a:lnSpc>
                <a:spcPct val="90000"/>
              </a:lnSpc>
              <a:spcBef>
                <a:spcPts val="413"/>
              </a:spcBef>
              <a:spcAft>
                <a:spcPts val="0"/>
              </a:spcAft>
              <a:buClr>
                <a:schemeClr val="dk1"/>
              </a:buClr>
              <a:buSzPts val="1654"/>
              <a:buFont typeface="Arial"/>
              <a:buChar char="•"/>
              <a:defRPr b="0" i="0" sz="1654" u="none" cap="none" strike="noStrike">
                <a:solidFill>
                  <a:schemeClr val="dk1"/>
                </a:solidFill>
                <a:latin typeface="Calibri"/>
                <a:ea typeface="Calibri"/>
                <a:cs typeface="Calibri"/>
                <a:sym typeface="Calibri"/>
              </a:defRPr>
            </a:lvl3pPr>
            <a:lvl4pPr indent="-323088" lvl="3" marL="1828800" marR="0" rtl="0" algn="l">
              <a:lnSpc>
                <a:spcPct val="90000"/>
              </a:lnSpc>
              <a:spcBef>
                <a:spcPts val="413"/>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4pPr>
            <a:lvl5pPr indent="-323088" lvl="4" marL="2286000" marR="0" rtl="0" algn="l">
              <a:lnSpc>
                <a:spcPct val="90000"/>
              </a:lnSpc>
              <a:spcBef>
                <a:spcPts val="413"/>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5pPr>
            <a:lvl6pPr indent="-323088" lvl="5" marL="2743200" marR="0" rtl="0" algn="l">
              <a:lnSpc>
                <a:spcPct val="90000"/>
              </a:lnSpc>
              <a:spcBef>
                <a:spcPts val="413"/>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6pPr>
            <a:lvl7pPr indent="-323088" lvl="6" marL="3200400" marR="0" rtl="0" algn="l">
              <a:lnSpc>
                <a:spcPct val="90000"/>
              </a:lnSpc>
              <a:spcBef>
                <a:spcPts val="413"/>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7pPr>
            <a:lvl8pPr indent="-323088" lvl="7" marL="3657600" marR="0" rtl="0" algn="l">
              <a:lnSpc>
                <a:spcPct val="90000"/>
              </a:lnSpc>
              <a:spcBef>
                <a:spcPts val="413"/>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8pPr>
            <a:lvl9pPr indent="-323088" lvl="8" marL="4114800" marR="0" rtl="0" algn="l">
              <a:lnSpc>
                <a:spcPct val="90000"/>
              </a:lnSpc>
              <a:spcBef>
                <a:spcPts val="413"/>
              </a:spcBef>
              <a:spcAft>
                <a:spcPts val="0"/>
              </a:spcAft>
              <a:buClr>
                <a:schemeClr val="dk1"/>
              </a:buClr>
              <a:buSzPts val="1488"/>
              <a:buFont typeface="Arial"/>
              <a:buChar char="•"/>
              <a:defRPr b="0" i="0" sz="1488"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693043" y="5255760"/>
            <a:ext cx="2268141" cy="30190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92"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339207" y="5255760"/>
            <a:ext cx="3402211" cy="30190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92"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7119441" y="5255760"/>
            <a:ext cx="2268141" cy="30190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992"/>
              <a:buFont typeface="Calibri"/>
              <a:buNone/>
              <a:defRPr b="0" i="0" sz="99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P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sp>
        <p:nvSpPr>
          <p:cNvPr id="111" name="Google Shape;111;p1"/>
          <p:cNvSpPr/>
          <p:nvPr/>
        </p:nvSpPr>
        <p:spPr>
          <a:xfrm>
            <a:off x="0" y="0"/>
            <a:ext cx="10078104" cy="5670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Script de computador num ecrã" id="112" name="Google Shape;112;p1"/>
          <p:cNvPicPr preferRelativeResize="0"/>
          <p:nvPr/>
        </p:nvPicPr>
        <p:blipFill rotWithShape="1">
          <a:blip r:embed="rId3">
            <a:alphaModFix/>
          </a:blip>
          <a:srcRect b="9749" l="0" r="2" t="5978"/>
          <a:stretch/>
        </p:blipFill>
        <p:spPr>
          <a:xfrm>
            <a:off x="-2519" y="10"/>
            <a:ext cx="10080623" cy="5670540"/>
          </a:xfrm>
          <a:prstGeom prst="rect">
            <a:avLst/>
          </a:prstGeom>
          <a:noFill/>
          <a:ln>
            <a:noFill/>
          </a:ln>
        </p:spPr>
      </p:pic>
      <p:sp>
        <p:nvSpPr>
          <p:cNvPr id="113" name="Google Shape;113;p1"/>
          <p:cNvSpPr/>
          <p:nvPr/>
        </p:nvSpPr>
        <p:spPr>
          <a:xfrm>
            <a:off x="0" y="1825359"/>
            <a:ext cx="10080624" cy="2614627"/>
          </a:xfrm>
          <a:prstGeom prst="rect">
            <a:avLst/>
          </a:prstGeom>
          <a:gradFill>
            <a:gsLst>
              <a:gs pos="0">
                <a:srgbClr val="000000">
                  <a:alpha val="0"/>
                </a:srgbClr>
              </a:gs>
              <a:gs pos="25000">
                <a:srgbClr val="000000">
                  <a:alpha val="14901"/>
                </a:srgbClr>
              </a:gs>
              <a:gs pos="50000">
                <a:srgbClr val="000000">
                  <a:alpha val="30196"/>
                </a:srgbClr>
              </a:gs>
              <a:gs pos="75000">
                <a:srgbClr val="000000">
                  <a:alpha val="14901"/>
                </a:srgbClr>
              </a:gs>
              <a:gs pos="100000">
                <a:srgbClr val="000000">
                  <a:alpha val="0"/>
                </a:srgbClr>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1"/>
          <p:cNvSpPr txBox="1"/>
          <p:nvPr>
            <p:ph type="ctrTitle"/>
          </p:nvPr>
        </p:nvSpPr>
        <p:spPr>
          <a:xfrm>
            <a:off x="907256" y="269181"/>
            <a:ext cx="8316515" cy="2955812"/>
          </a:xfrm>
          <a:prstGeom prst="rect">
            <a:avLst/>
          </a:prstGeom>
          <a:noFill/>
          <a:ln>
            <a:noFill/>
          </a:ln>
          <a:effectLst>
            <a:outerShdw blurRad="50800" rotWithShape="0" algn="tl" dir="2700000" dist="38100">
              <a:srgbClr val="000000">
                <a:alpha val="40000"/>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4300"/>
              <a:buFont typeface="Calibri"/>
              <a:buNone/>
            </a:pPr>
            <a:r>
              <a:rPr lang="pt-PT" sz="4300">
                <a:solidFill>
                  <a:srgbClr val="FFFFFF"/>
                </a:solidFill>
              </a:rPr>
              <a:t>Programação Orientada a Objetos</a:t>
            </a:r>
            <a:endParaRPr/>
          </a:p>
        </p:txBody>
      </p:sp>
      <p:sp>
        <p:nvSpPr>
          <p:cNvPr id="115" name="Google Shape;115;p1"/>
          <p:cNvSpPr txBox="1"/>
          <p:nvPr>
            <p:ph idx="1" type="subTitle"/>
          </p:nvPr>
        </p:nvSpPr>
        <p:spPr>
          <a:xfrm>
            <a:off x="909547" y="3366976"/>
            <a:ext cx="8316516" cy="1060608"/>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1900"/>
              <a:buNone/>
            </a:pPr>
            <a:r>
              <a:rPr lang="pt-PT">
                <a:solidFill>
                  <a:srgbClr val="FFFFFF"/>
                </a:solidFill>
              </a:rPr>
              <a:t>Prof. MSc. Márcio Belloni</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14"/>
                                        </p:tgtEl>
                                        <p:attrNameLst>
                                          <p:attrName>style.visibility</p:attrName>
                                        </p:attrNameLst>
                                      </p:cBhvr>
                                      <p:to>
                                        <p:strVal val="visible"/>
                                      </p:to>
                                    </p:set>
                                    <p:animEffect filter="fade" transition="in">
                                      <p:cBhvr>
                                        <p:cTn dur="400"/>
                                        <p:tgtEl>
                                          <p:spTgt spid="114"/>
                                        </p:tgtEl>
                                      </p:cBhvr>
                                    </p:animEffect>
                                  </p:childTnLst>
                                </p:cTn>
                              </p:par>
                              <p:par>
                                <p:cTn fill="hold" nodeType="withEffect" presetClass="entr" presetID="10" presetSubtype="0">
                                  <p:stCondLst>
                                    <p:cond delay="2000"/>
                                  </p:stCondLst>
                                  <p:childTnLst>
                                    <p:set>
                                      <p:cBhvr>
                                        <p:cTn dur="1" fill="hold">
                                          <p:stCondLst>
                                            <p:cond delay="0"/>
                                          </p:stCondLst>
                                        </p:cTn>
                                        <p:tgtEl>
                                          <p:spTgt spid="115">
                                            <p:txEl>
                                              <p:pRg end="0" st="0"/>
                                            </p:txEl>
                                          </p:spTgt>
                                        </p:tgtEl>
                                        <p:attrNameLst>
                                          <p:attrName>style.visibility</p:attrName>
                                        </p:attrNameLst>
                                      </p:cBhvr>
                                      <p:to>
                                        <p:strVal val="visible"/>
                                      </p:to>
                                    </p:set>
                                    <p:animEffect filter="fade" transition="in">
                                      <p:cBhvr>
                                        <p:cTn dur="400"/>
                                        <p:tgtEl>
                                          <p:spTgt spid="11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pt-PT"/>
              <a:t>Cronograma – Moóca – Quarta-Feira</a:t>
            </a:r>
            <a:endParaRPr/>
          </a:p>
        </p:txBody>
      </p:sp>
      <p:graphicFrame>
        <p:nvGraphicFramePr>
          <p:cNvPr id="121" name="Google Shape;121;p2"/>
          <p:cNvGraphicFramePr/>
          <p:nvPr/>
        </p:nvGraphicFramePr>
        <p:xfrm>
          <a:off x="693738" y="1509713"/>
          <a:ext cx="3000000" cy="3000000"/>
        </p:xfrm>
        <a:graphic>
          <a:graphicData uri="http://schemas.openxmlformats.org/drawingml/2006/table">
            <a:tbl>
              <a:tblPr bandRow="1" firstRow="1">
                <a:noFill/>
                <a:tableStyleId>{C72A1ECE-D325-4116-8965-77E31A458CD9}</a:tableStyleId>
              </a:tblPr>
              <a:tblGrid>
                <a:gridCol w="1241875"/>
                <a:gridCol w="1241875"/>
                <a:gridCol w="1241875"/>
                <a:gridCol w="1241875"/>
                <a:gridCol w="1241875"/>
                <a:gridCol w="1241875"/>
                <a:gridCol w="1241875"/>
              </a:tblGrid>
              <a:tr h="370850">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11/02</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200"/>
                        <a:buFont typeface="Arial"/>
                        <a:buNone/>
                      </a:pPr>
                      <a:r>
                        <a:rPr lang="pt-PT" sz="1200" u="none" cap="none" strike="noStrike"/>
                        <a:t>Apresentação e Introdução</a:t>
                      </a:r>
                      <a:endParaRPr sz="1488" u="none" cap="none" strike="noStrike"/>
                    </a:p>
                  </a:txBody>
                  <a:tcPr marT="45725" marB="45725" marR="91450" marL="91450">
                    <a:solidFill>
                      <a:srgbClr val="92D05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18/02</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Carnaval</a:t>
                      </a:r>
                      <a:endParaRPr sz="1488" u="none" cap="none" strike="noStrike"/>
                    </a:p>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solidFill>
                      <a:srgbClr val="FF00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25/02</a:t>
                      </a:r>
                      <a:endParaRPr sz="1400" u="none" cap="none" strike="noStrike"/>
                    </a:p>
                    <a:p>
                      <a:pPr indent="0" lvl="0" marL="0" marR="0" rtl="0" algn="ctr">
                        <a:lnSpc>
                          <a:spcPct val="100000"/>
                        </a:lnSpc>
                        <a:spcBef>
                          <a:spcPts val="0"/>
                        </a:spcBef>
                        <a:spcAft>
                          <a:spcPts val="0"/>
                        </a:spcAft>
                        <a:buClr>
                          <a:schemeClr val="dk1"/>
                        </a:buClr>
                        <a:buSzPts val="1488"/>
                        <a:buFont typeface="Arial"/>
                        <a:buNone/>
                      </a:pPr>
                      <a:r>
                        <a:t/>
                      </a:r>
                      <a:endParaRPr sz="1488" u="none" cap="none" strike="noStrike">
                        <a:solidFill>
                          <a:schemeClr val="dk1"/>
                        </a:solidFill>
                      </a:endParaRPr>
                    </a:p>
                    <a:p>
                      <a:pPr indent="0" lvl="0" marL="0" marR="0" rtl="0" algn="ctr">
                        <a:lnSpc>
                          <a:spcPct val="100000"/>
                        </a:lnSpc>
                        <a:spcBef>
                          <a:spcPts val="0"/>
                        </a:spcBef>
                        <a:spcAft>
                          <a:spcPts val="0"/>
                        </a:spcAft>
                        <a:buClr>
                          <a:schemeClr val="dk1"/>
                        </a:buClr>
                        <a:buSzPts val="1488"/>
                        <a:buFont typeface="Arial"/>
                        <a:buNone/>
                      </a:pPr>
                      <a:r>
                        <a:rPr lang="pt-PT" sz="1488" u="none" cap="none" strike="noStrike">
                          <a:solidFill>
                            <a:schemeClr val="dk1"/>
                          </a:solidFill>
                        </a:rPr>
                        <a:t>Funções</a:t>
                      </a:r>
                      <a:endParaRPr sz="1400" u="none" cap="none" strike="noStrike">
                        <a:solidFill>
                          <a:schemeClr val="dk1"/>
                        </a:solidFill>
                      </a:endParaRPr>
                    </a:p>
                    <a:p>
                      <a:pPr indent="0" lvl="0" marL="0" marR="0" rtl="0" algn="ctr">
                        <a:lnSpc>
                          <a:spcPct val="100000"/>
                        </a:lnSpc>
                        <a:spcBef>
                          <a:spcPts val="0"/>
                        </a:spcBef>
                        <a:spcAft>
                          <a:spcPts val="0"/>
                        </a:spcAft>
                        <a:buClr>
                          <a:srgbClr val="000000"/>
                        </a:buClr>
                        <a:buSzPts val="1488"/>
                        <a:buFont typeface="Calibri"/>
                        <a:buNone/>
                      </a:pPr>
                      <a:r>
                        <a:t/>
                      </a:r>
                      <a:endParaRPr sz="1488"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04/03</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solidFill>
                            <a:schemeClr val="dk1"/>
                          </a:solidFill>
                        </a:rPr>
                        <a:t>Abstração (Classes e Objetos)</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11/03</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endParaRPr>
                    </a:p>
                    <a:p>
                      <a:pPr indent="0" lvl="0" marL="0" marR="0" rtl="0" algn="ctr">
                        <a:lnSpc>
                          <a:spcPct val="100000"/>
                        </a:lnSpc>
                        <a:spcBef>
                          <a:spcPts val="0"/>
                        </a:spcBef>
                        <a:spcAft>
                          <a:spcPts val="0"/>
                        </a:spcAft>
                        <a:buClr>
                          <a:srgbClr val="000000"/>
                        </a:buClr>
                        <a:buSzPts val="1488"/>
                        <a:buFont typeface="Arial"/>
                        <a:buNone/>
                      </a:pPr>
                      <a:r>
                        <a:rPr lang="pt-PT" sz="1488" u="none" cap="none" strike="noStrike">
                          <a:solidFill>
                            <a:schemeClr val="dk1"/>
                          </a:solidFill>
                        </a:rPr>
                        <a:t>Atributos e Métodos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18/03</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rPr b="0" i="0" lang="pt-PT" sz="1488" u="none" cap="none" strike="noStrike">
                          <a:solidFill>
                            <a:srgbClr val="000000"/>
                          </a:solidFill>
                        </a:rPr>
                        <a:t> </a:t>
                      </a:r>
                      <a:endParaRPr sz="1400" u="none" cap="none" strike="noStrike"/>
                    </a:p>
                    <a:p>
                      <a:pPr indent="0" lvl="0" marL="0" marR="0" rtl="0" algn="ctr">
                        <a:lnSpc>
                          <a:spcPct val="100000"/>
                        </a:lnSpc>
                        <a:spcBef>
                          <a:spcPts val="0"/>
                        </a:spcBef>
                        <a:spcAft>
                          <a:spcPts val="0"/>
                        </a:spcAft>
                        <a:buClr>
                          <a:schemeClr val="dk1"/>
                        </a:buClr>
                        <a:buSzPts val="1400"/>
                        <a:buFont typeface="Arial"/>
                        <a:buNone/>
                      </a:pPr>
                      <a:r>
                        <a:rPr lang="pt-PT" sz="1400" u="none" cap="none" strike="noStrike">
                          <a:solidFill>
                            <a:schemeClr val="dk1"/>
                          </a:solidFill>
                        </a:rPr>
                        <a:t>Construtores</a:t>
                      </a:r>
                      <a:endParaRPr sz="1400" u="none" cap="none" strike="noStrike">
                        <a:solidFill>
                          <a:schemeClr val="dk1"/>
                        </a:solidFill>
                      </a:endParaRPr>
                    </a:p>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25/03</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b="0" i="0" sz="1488" u="none" cap="none" strike="noStrike">
                        <a:solidFill>
                          <a:srgbClr val="000000"/>
                        </a:solidFill>
                      </a:endParaRPr>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Encapsulamento</a:t>
                      </a:r>
                      <a:endParaRPr sz="1400" u="none" cap="none" strike="noStrike">
                        <a:solidFill>
                          <a:schemeClr val="dk1"/>
                        </a:solidFill>
                      </a:endParaRPr>
                    </a:p>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01/04</a:t>
                      </a:r>
                      <a:endParaRPr sz="1400" u="none" cap="none" strike="noStrike"/>
                    </a:p>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endParaRPr>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Classes</a:t>
                      </a:r>
                      <a:endParaRPr sz="14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Arquivos</a:t>
                      </a:r>
                      <a:endParaRPr sz="14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Importações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08/04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A1</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15/04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AU</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22/04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Vistas</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29/04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b="0" i="0" sz="1488" u="none" cap="none" strike="noStrike">
                        <a:solidFill>
                          <a:srgbClr val="000000"/>
                        </a:solidFill>
                      </a:endParaRPr>
                    </a:p>
                    <a:p>
                      <a:pPr indent="0" lvl="0" marL="0" marR="0" rtl="0" algn="ctr">
                        <a:lnSpc>
                          <a:spcPct val="100000"/>
                        </a:lnSpc>
                        <a:spcBef>
                          <a:spcPts val="0"/>
                        </a:spcBef>
                        <a:spcAft>
                          <a:spcPts val="0"/>
                        </a:spcAft>
                        <a:buClr>
                          <a:srgbClr val="000000"/>
                        </a:buClr>
                        <a:buSzPts val="1400"/>
                        <a:buFont typeface="Arial"/>
                        <a:buNone/>
                      </a:pPr>
                      <a:r>
                        <a:rPr b="0" i="0" lang="pt-PT" sz="1400" u="none" cap="none" strike="noStrike">
                          <a:solidFill>
                            <a:srgbClr val="000000"/>
                          </a:solidFill>
                        </a:rPr>
                        <a:t>Polimorfismo</a:t>
                      </a:r>
                      <a:endParaRPr b="0" i="0" sz="1600" u="none" cap="none" strike="noStrike">
                        <a:solidFill>
                          <a:srgbClr val="000000"/>
                        </a:solidFil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06/05</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rPr b="0" i="0" lang="pt-PT" sz="1488" u="none" cap="none" strike="noStrike">
                          <a:solidFill>
                            <a:srgbClr val="000000"/>
                          </a:solidFill>
                        </a:rPr>
                        <a:t> </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b="0" i="0" lang="pt-PT" sz="1400" u="none" cap="none" strike="noStrike">
                          <a:solidFill>
                            <a:srgbClr val="000000"/>
                          </a:solidFill>
                        </a:rPr>
                        <a:t>Herança</a:t>
                      </a:r>
                      <a:endParaRPr b="0" i="0" sz="1488" u="none" cap="none" strike="noStrike">
                        <a:solidFill>
                          <a:srgbClr val="000000"/>
                        </a:solidFil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13/05</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rPr b="0" i="0" lang="pt-PT" sz="1488" u="none" cap="none" strike="noStrike">
                          <a:solidFill>
                            <a:srgbClr val="000000"/>
                          </a:solidFill>
                        </a:rPr>
                        <a:t>Classes Abstratas </a:t>
                      </a:r>
                      <a:endParaRPr sz="1488"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20/05</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b="0" i="0" sz="1488" u="none" cap="none" strike="noStrike">
                        <a:solidFill>
                          <a:srgbClr val="000000"/>
                        </a:solidFill>
                      </a:endParaRPr>
                    </a:p>
                    <a:p>
                      <a:pPr indent="0" lvl="0" marL="0" marR="0" rtl="0" algn="ctr">
                        <a:lnSpc>
                          <a:spcPct val="100000"/>
                        </a:lnSpc>
                        <a:spcBef>
                          <a:spcPts val="0"/>
                        </a:spcBef>
                        <a:spcAft>
                          <a:spcPts val="0"/>
                        </a:spcAft>
                        <a:buClr>
                          <a:srgbClr val="000000"/>
                        </a:buClr>
                        <a:buSzPts val="1488"/>
                        <a:buFont typeface="Arial"/>
                        <a:buNone/>
                      </a:pPr>
                      <a:r>
                        <a:rPr b="0" i="0" lang="pt-PT" sz="1488" u="none" cap="none" strike="noStrike">
                          <a:solidFill>
                            <a:srgbClr val="000000"/>
                          </a:solidFill>
                        </a:rPr>
                        <a:t>Interfaces</a:t>
                      </a:r>
                      <a:endParaRPr sz="1488"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27/05</a:t>
                      </a:r>
                      <a:endParaRPr b="0" i="0" sz="1488" u="none" cap="none" strike="noStrike"/>
                    </a:p>
                    <a:p>
                      <a:pPr indent="0" lvl="0" marL="0" marR="0" rtl="0" algn="ctr">
                        <a:lnSpc>
                          <a:spcPct val="100000"/>
                        </a:lnSpc>
                        <a:spcBef>
                          <a:spcPts val="0"/>
                        </a:spcBef>
                        <a:spcAft>
                          <a:spcPts val="0"/>
                        </a:spcAft>
                        <a:buClr>
                          <a:srgbClr val="000000"/>
                        </a:buClr>
                        <a:buSzPts val="1488"/>
                        <a:buFont typeface="Calibri"/>
                        <a:buNone/>
                      </a:pPr>
                      <a:r>
                        <a:rPr b="0" i="0" lang="pt-PT" sz="1488" u="none" cap="none" strike="noStrike">
                          <a:solidFill>
                            <a:srgbClr val="000000"/>
                          </a:solidFill>
                        </a:rPr>
                        <a:t>Tratamento de Exceções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03/06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rPr b="0" i="0" lang="pt-PT" sz="1488" u="none" cap="none" strike="noStrike">
                          <a:solidFill>
                            <a:srgbClr val="000000"/>
                          </a:solidFill>
                        </a:rPr>
                        <a:t>Tópicos Especiais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10/06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A2</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17/06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488"/>
                        <a:buFont typeface="Calibri"/>
                        <a:buNone/>
                      </a:pPr>
                      <a:r>
                        <a:rPr lang="pt-PT" sz="1488" u="none" cap="none" strike="noStrike"/>
                        <a:t>Vistas</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23/06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A3</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25/06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Vistas</a:t>
                      </a:r>
                      <a:endParaRPr sz="1400" u="none" cap="none" strike="noStrike"/>
                    </a:p>
                  </a:txBody>
                  <a:tcPr marT="45725" marB="45725" marR="91450" marL="91450">
                    <a:solidFill>
                      <a:srgbClr val="FFFF00"/>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pt-PT"/>
              <a:t>Cronograma – Paulista – Quinta-Feira</a:t>
            </a:r>
            <a:endParaRPr/>
          </a:p>
        </p:txBody>
      </p:sp>
      <p:graphicFrame>
        <p:nvGraphicFramePr>
          <p:cNvPr id="127" name="Google Shape;127;p3"/>
          <p:cNvGraphicFramePr/>
          <p:nvPr/>
        </p:nvGraphicFramePr>
        <p:xfrm>
          <a:off x="693738" y="1509713"/>
          <a:ext cx="3000000" cy="3000000"/>
        </p:xfrm>
        <a:graphic>
          <a:graphicData uri="http://schemas.openxmlformats.org/drawingml/2006/table">
            <a:tbl>
              <a:tblPr bandRow="1" firstRow="1">
                <a:noFill/>
                <a:tableStyleId>{C72A1ECE-D325-4116-8965-77E31A458CD9}</a:tableStyleId>
              </a:tblPr>
              <a:tblGrid>
                <a:gridCol w="1241875"/>
                <a:gridCol w="1241875"/>
                <a:gridCol w="1241875"/>
                <a:gridCol w="1241875"/>
                <a:gridCol w="1241875"/>
                <a:gridCol w="1241875"/>
                <a:gridCol w="1241875"/>
              </a:tblGrid>
              <a:tr h="370850">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12/02</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200"/>
                        <a:buFont typeface="Arial"/>
                        <a:buNone/>
                      </a:pPr>
                      <a:r>
                        <a:rPr lang="pt-PT" sz="1200" u="none" cap="none" strike="noStrike"/>
                        <a:t>Apresentação e Introdução</a:t>
                      </a:r>
                      <a:endParaRPr sz="1488"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19/02</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Funções</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26/02</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Calibri"/>
                        <a:buNone/>
                      </a:pPr>
                      <a:r>
                        <a:rPr b="0" i="0" lang="pt-PT" sz="1488" u="none" cap="none" strike="noStrike">
                          <a:solidFill>
                            <a:srgbClr val="000000"/>
                          </a:solidFill>
                        </a:rPr>
                        <a:t>Abstração (Classes e </a:t>
                      </a:r>
                      <a:r>
                        <a:rPr lang="pt-PT" sz="1488" u="none" cap="none" strike="noStrike"/>
                        <a:t>Métodos</a:t>
                      </a:r>
                      <a:r>
                        <a:rPr b="0" i="0" lang="pt-PT" sz="1488" u="none" cap="none" strike="noStrike">
                          <a:solidFill>
                            <a:srgbClr val="000000"/>
                          </a:solidFill>
                        </a:rPr>
                        <a:t>)</a:t>
                      </a:r>
                      <a:endParaRPr sz="1488"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05/03</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200"/>
                        <a:buFont typeface="Arial"/>
                        <a:buNone/>
                      </a:pPr>
                      <a:r>
                        <a:rPr lang="pt-PT" sz="1200" u="none" cap="none" strike="noStrike">
                          <a:solidFill>
                            <a:schemeClr val="dk1"/>
                          </a:solidFill>
                        </a:rPr>
                        <a:t>Construtores</a:t>
                      </a:r>
                      <a:endParaRPr sz="14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12/03</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100"/>
                        <a:buFont typeface="Calibri"/>
                        <a:buNone/>
                      </a:pPr>
                      <a:r>
                        <a:rPr lang="pt-PT" sz="1100" u="none" cap="none" strike="noStrike">
                          <a:solidFill>
                            <a:schemeClr val="dk1"/>
                          </a:solidFill>
                        </a:rPr>
                        <a:t>Encapsulamento</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19/03</a:t>
                      </a:r>
                      <a:endParaRPr sz="1400" u="none" cap="none" strike="noStrike"/>
                    </a:p>
                    <a:p>
                      <a:pPr indent="0" lvl="0" marL="0" marR="0" rtl="0" algn="l">
                        <a:lnSpc>
                          <a:spcPct val="100000"/>
                        </a:lnSpc>
                        <a:spcBef>
                          <a:spcPts val="0"/>
                        </a:spcBef>
                        <a:spcAft>
                          <a:spcPts val="0"/>
                        </a:spcAft>
                        <a:buClr>
                          <a:srgbClr val="000000"/>
                        </a:buClr>
                        <a:buSzPts val="1100"/>
                        <a:buFont typeface="Calibri"/>
                        <a:buNone/>
                      </a:pPr>
                      <a:r>
                        <a:t/>
                      </a:r>
                      <a:endParaRPr sz="1100" u="none" cap="none" strike="noStrike"/>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Classes</a:t>
                      </a:r>
                      <a:endParaRPr sz="14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Arquivos</a:t>
                      </a:r>
                      <a:endParaRPr sz="1400" u="none" cap="none" strike="noStrike">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rPr lang="pt-PT" sz="1100" u="none" cap="none" strike="noStrike">
                          <a:solidFill>
                            <a:schemeClr val="dk1"/>
                          </a:solidFill>
                        </a:rPr>
                        <a:t>Importações</a:t>
                      </a:r>
                      <a:endParaRPr sz="2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26/03</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400"/>
                        <a:buFont typeface="Calibri"/>
                        <a:buNone/>
                      </a:pPr>
                      <a:r>
                        <a:rPr lang="pt-PT" sz="1400" u="none" cap="none" strike="noStrike">
                          <a:solidFill>
                            <a:schemeClr val="dk1"/>
                          </a:solidFill>
                        </a:rPr>
                        <a:t>Métodos Get e Set</a:t>
                      </a:r>
                      <a:endParaRPr b="0" i="0" sz="1800" u="none" cap="none" strike="noStrike">
                        <a:solidFill>
                          <a:srgbClr val="000000"/>
                        </a:solidFill>
                      </a:endParaRPr>
                    </a:p>
                    <a:p>
                      <a:pPr indent="0" lvl="0" marL="0" marR="0" rtl="0" algn="ctr">
                        <a:lnSpc>
                          <a:spcPct val="100000"/>
                        </a:lnSpc>
                        <a:spcBef>
                          <a:spcPts val="0"/>
                        </a:spcBef>
                        <a:spcAft>
                          <a:spcPts val="0"/>
                        </a:spcAft>
                        <a:buClr>
                          <a:srgbClr val="000000"/>
                        </a:buClr>
                        <a:buSzPts val="1100"/>
                        <a:buFont typeface="Arial"/>
                        <a:buNone/>
                      </a:pPr>
                      <a:r>
                        <a:t/>
                      </a:r>
                      <a:endParaRPr sz="11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02/04</a:t>
                      </a:r>
                      <a:endParaRPr sz="1400" u="none" cap="none" strike="noStrike"/>
                    </a:p>
                    <a:p>
                      <a:pPr indent="0" lvl="0" marL="0" marR="0" rtl="0" algn="ctr">
                        <a:lnSpc>
                          <a:spcPct val="100000"/>
                        </a:lnSpc>
                        <a:spcBef>
                          <a:spcPts val="0"/>
                        </a:spcBef>
                        <a:spcAft>
                          <a:spcPts val="0"/>
                        </a:spcAft>
                        <a:buClr>
                          <a:schemeClr val="dk1"/>
                        </a:buClr>
                        <a:buSzPts val="1400"/>
                        <a:buFont typeface="Calibri"/>
                        <a:buNone/>
                      </a:pPr>
                      <a:r>
                        <a:t/>
                      </a:r>
                      <a:endParaRPr sz="1400" u="none" cap="none" strike="noStrike">
                        <a:solidFill>
                          <a:schemeClr val="dk1"/>
                        </a:solidFill>
                      </a:endParaRPr>
                    </a:p>
                    <a:p>
                      <a:pPr indent="0" lvl="0" marL="0" marR="0" rtl="0" algn="ctr">
                        <a:lnSpc>
                          <a:spcPct val="100000"/>
                        </a:lnSpc>
                        <a:spcBef>
                          <a:spcPts val="0"/>
                        </a:spcBef>
                        <a:spcAft>
                          <a:spcPts val="0"/>
                        </a:spcAft>
                        <a:buClr>
                          <a:schemeClr val="dk1"/>
                        </a:buClr>
                        <a:buSzPts val="1400"/>
                        <a:buFont typeface="Calibri"/>
                        <a:buNone/>
                      </a:pPr>
                      <a:r>
                        <a:rPr lang="pt-PT" sz="1400" u="none" cap="none" strike="noStrike">
                          <a:solidFill>
                            <a:schemeClr val="dk1"/>
                          </a:solidFill>
                        </a:rPr>
                        <a:t>Polimorfismo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09/04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A1</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16/04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AU</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23/04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Vistas</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30/04</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400"/>
                        <a:buFont typeface="Arial"/>
                        <a:buNone/>
                      </a:pPr>
                      <a:r>
                        <a:rPr lang="pt-PT" sz="1400" u="none" cap="none" strike="noStrike">
                          <a:solidFill>
                            <a:schemeClr val="dk1"/>
                          </a:solidFill>
                        </a:rPr>
                        <a:t>Herança</a:t>
                      </a:r>
                      <a:endParaRPr b="0" i="0" sz="1488" u="none" cap="none" strike="noStrike">
                        <a:solidFill>
                          <a:srgbClr val="000000"/>
                        </a:solidFil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07/05</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solidFill>
                            <a:schemeClr val="dk1"/>
                          </a:solidFill>
                        </a:rPr>
                        <a:t>Classes Abstratas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14/05</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488"/>
                        <a:buFont typeface="Arial"/>
                        <a:buNone/>
                      </a:pPr>
                      <a:r>
                        <a:rPr lang="pt-PT" sz="1488" u="none" cap="none" strike="noStrike">
                          <a:solidFill>
                            <a:schemeClr val="dk1"/>
                          </a:solidFill>
                        </a:rPr>
                        <a:t>Interfaces</a:t>
                      </a:r>
                      <a:endParaRPr sz="1488"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21/05</a:t>
                      </a:r>
                      <a:endParaRPr sz="1400" u="none" cap="none" strike="noStrike"/>
                    </a:p>
                    <a:p>
                      <a:pPr indent="0" lvl="0" marL="0" marR="0" rtl="0" algn="ctr">
                        <a:lnSpc>
                          <a:spcPct val="100000"/>
                        </a:lnSpc>
                        <a:spcBef>
                          <a:spcPts val="0"/>
                        </a:spcBef>
                        <a:spcAft>
                          <a:spcPts val="0"/>
                        </a:spcAft>
                        <a:buClr>
                          <a:schemeClr val="dk1"/>
                        </a:buClr>
                        <a:buSzPts val="1488"/>
                        <a:buFont typeface="Calibri"/>
                        <a:buNone/>
                      </a:pPr>
                      <a:r>
                        <a:rPr lang="pt-PT" sz="1488" u="none" cap="none" strike="noStrike">
                          <a:solidFill>
                            <a:schemeClr val="dk1"/>
                          </a:solidFill>
                        </a:rPr>
                        <a:t>Tratamento de Exceções</a:t>
                      </a:r>
                      <a:endParaRPr sz="1488"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28/05</a:t>
                      </a:r>
                      <a:endParaRPr sz="1400" u="none" cap="none" strike="noStrike"/>
                    </a:p>
                    <a:p>
                      <a:pPr indent="0" lvl="0" marL="0" marR="0" rtl="0" algn="ctr">
                        <a:lnSpc>
                          <a:spcPct val="100000"/>
                        </a:lnSpc>
                        <a:spcBef>
                          <a:spcPts val="0"/>
                        </a:spcBef>
                        <a:spcAft>
                          <a:spcPts val="0"/>
                        </a:spcAft>
                        <a:buClr>
                          <a:schemeClr val="dk1"/>
                        </a:buClr>
                        <a:buSzPts val="1488"/>
                        <a:buFont typeface="Arial"/>
                        <a:buNone/>
                      </a:pPr>
                      <a:r>
                        <a:rPr lang="pt-PT" sz="1488" u="none" cap="none" strike="noStrike">
                          <a:solidFill>
                            <a:schemeClr val="dk1"/>
                          </a:solidFill>
                        </a:rPr>
                        <a:t>Tópicos Especiais</a:t>
                      </a:r>
                      <a:endParaRPr sz="1400" u="none" cap="none" strike="noStrike">
                        <a:solidFill>
                          <a:schemeClr val="dk1"/>
                        </a:solidFill>
                      </a:endParaRPr>
                    </a:p>
                    <a:p>
                      <a:pPr indent="0" lvl="0" marL="0" marR="0" rtl="0" algn="ctr">
                        <a:lnSpc>
                          <a:spcPct val="100000"/>
                        </a:lnSpc>
                        <a:spcBef>
                          <a:spcPts val="0"/>
                        </a:spcBef>
                        <a:spcAft>
                          <a:spcPts val="0"/>
                        </a:spcAft>
                        <a:buClr>
                          <a:srgbClr val="000000"/>
                        </a:buClr>
                        <a:buSzPts val="1488"/>
                        <a:buFont typeface="Calibri"/>
                        <a:buNone/>
                      </a:pPr>
                      <a:r>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04/06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Feriado</a:t>
                      </a:r>
                      <a:endParaRPr sz="1400" u="none" cap="none" strike="noStrike"/>
                    </a:p>
                  </a:txBody>
                  <a:tcPr marT="45725" marB="45725" marR="91450" marL="91450">
                    <a:solidFill>
                      <a:srgbClr val="FF00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11/06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A2</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18/06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chemeClr val="dk1"/>
                        </a:buClr>
                        <a:buSzPts val="1488"/>
                        <a:buFont typeface="Calibri"/>
                        <a:buNone/>
                      </a:pPr>
                      <a:r>
                        <a:rPr lang="pt-PT" sz="1488" u="none" cap="none" strike="noStrike"/>
                        <a:t>Vistas</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23/06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A3</a:t>
                      </a:r>
                      <a:endParaRPr sz="1400" u="none" cap="none" strike="noStrike"/>
                    </a:p>
                  </a:txBody>
                  <a:tcPr marT="45725" marB="45725" marR="91450" marL="91450">
                    <a:solidFill>
                      <a:srgbClr val="FFFF00"/>
                    </a:solidFill>
                  </a:tcPr>
                </a:tc>
                <a:tc>
                  <a:txBody>
                    <a:bodyPr/>
                    <a:lstStyle/>
                    <a:p>
                      <a:pPr indent="0" lvl="0" marL="0" marR="0" rtl="0" algn="ctr">
                        <a:lnSpc>
                          <a:spcPct val="100000"/>
                        </a:lnSpc>
                        <a:spcBef>
                          <a:spcPts val="0"/>
                        </a:spcBef>
                        <a:spcAft>
                          <a:spcPts val="0"/>
                        </a:spcAft>
                        <a:buClr>
                          <a:srgbClr val="000000"/>
                        </a:buClr>
                        <a:buSzPts val="1488"/>
                        <a:buFont typeface="Arial"/>
                        <a:buNone/>
                      </a:pPr>
                      <a:r>
                        <a:rPr lang="pt-PT" sz="1488" u="none" cap="none" strike="noStrike"/>
                        <a:t>25/06</a:t>
                      </a:r>
                      <a:endParaRPr sz="1400" u="none" cap="none" strike="noStrike"/>
                    </a:p>
                    <a:p>
                      <a:pPr indent="0" lvl="0" marL="0" marR="0" rtl="0" algn="ctr">
                        <a:lnSpc>
                          <a:spcPct val="100000"/>
                        </a:lnSpc>
                        <a:spcBef>
                          <a:spcPts val="0"/>
                        </a:spcBef>
                        <a:spcAft>
                          <a:spcPts val="0"/>
                        </a:spcAft>
                        <a:buClr>
                          <a:srgbClr val="000000"/>
                        </a:buClr>
                        <a:buSzPts val="1488"/>
                        <a:buFont typeface="Arial"/>
                        <a:buNone/>
                      </a:pPr>
                      <a:r>
                        <a:t/>
                      </a:r>
                      <a:endParaRPr sz="1488" u="none" cap="none" strike="noStrike"/>
                    </a:p>
                    <a:p>
                      <a:pPr indent="0" lvl="0" marL="0" marR="0" rtl="0" algn="ctr">
                        <a:lnSpc>
                          <a:spcPct val="100000"/>
                        </a:lnSpc>
                        <a:spcBef>
                          <a:spcPts val="0"/>
                        </a:spcBef>
                        <a:spcAft>
                          <a:spcPts val="0"/>
                        </a:spcAft>
                        <a:buClr>
                          <a:srgbClr val="000000"/>
                        </a:buClr>
                        <a:buSzPts val="1488"/>
                        <a:buFont typeface="Arial"/>
                        <a:buNone/>
                      </a:pPr>
                      <a:r>
                        <a:rPr lang="pt-PT" sz="1488" u="none" cap="none" strike="noStrike"/>
                        <a:t>Vistas</a:t>
                      </a:r>
                      <a:endParaRPr sz="1400" u="none" cap="none" strike="noStrike"/>
                    </a:p>
                  </a:txBody>
                  <a:tcPr marT="45725" marB="45725" marR="91450" marL="91450">
                    <a:solidFill>
                      <a:srgbClr val="FFFF00"/>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86c0e0f59c_0_0"/>
          <p:cNvSpPr txBox="1"/>
          <p:nvPr>
            <p:ph type="title"/>
          </p:nvPr>
        </p:nvSpPr>
        <p:spPr>
          <a:xfrm>
            <a:off x="949853" y="879288"/>
            <a:ext cx="7302300" cy="1135500"/>
          </a:xfrm>
          <a:prstGeom prst="rect">
            <a:avLst/>
          </a:prstGeom>
          <a:noFill/>
          <a:ln>
            <a:noFill/>
          </a:ln>
        </p:spPr>
        <p:txBody>
          <a:bodyPr anchorCtr="0" anchor="ctr" bIns="37775" lIns="75600" spcFirstLastPara="1" rIns="75600" wrap="square" tIns="37775">
            <a:noAutofit/>
          </a:bodyPr>
          <a:lstStyle/>
          <a:p>
            <a:pPr indent="0" lvl="0" marL="0" rtl="0" algn="l">
              <a:lnSpc>
                <a:spcPct val="90000"/>
              </a:lnSpc>
              <a:spcBef>
                <a:spcPts val="0"/>
              </a:spcBef>
              <a:spcAft>
                <a:spcPts val="0"/>
              </a:spcAft>
              <a:buClr>
                <a:srgbClr val="FFFFFF"/>
              </a:buClr>
              <a:buSzPts val="3300"/>
              <a:buFont typeface="Century Gothic"/>
              <a:buNone/>
            </a:pPr>
            <a:r>
              <a:rPr lang="pt-PT" sz="3300">
                <a:solidFill>
                  <a:srgbClr val="FFFFFF"/>
                </a:solidFill>
              </a:rPr>
              <a:t>Programação Orientada à Objetos</a:t>
            </a:r>
            <a:endParaRPr/>
          </a:p>
        </p:txBody>
      </p:sp>
      <p:sp>
        <p:nvSpPr>
          <p:cNvPr id="133" name="Google Shape;133;g386c0e0f59c_0_0"/>
          <p:cNvSpPr txBox="1"/>
          <p:nvPr>
            <p:ph idx="1" type="body"/>
          </p:nvPr>
        </p:nvSpPr>
        <p:spPr>
          <a:xfrm>
            <a:off x="954942" y="2929784"/>
            <a:ext cx="7297200" cy="2047800"/>
          </a:xfrm>
          <a:prstGeom prst="rect">
            <a:avLst/>
          </a:prstGeom>
          <a:noFill/>
          <a:ln>
            <a:noFill/>
          </a:ln>
        </p:spPr>
        <p:txBody>
          <a:bodyPr anchorCtr="0" anchor="ctr" bIns="37775" lIns="75600" spcFirstLastPara="1" rIns="75600" wrap="square" tIns="37775">
            <a:normAutofit/>
          </a:bodyPr>
          <a:lstStyle/>
          <a:p>
            <a:pPr indent="-279400" lvl="0" marL="279400" rtl="0" algn="l">
              <a:lnSpc>
                <a:spcPct val="90000"/>
              </a:lnSpc>
              <a:spcBef>
                <a:spcPts val="0"/>
              </a:spcBef>
              <a:spcAft>
                <a:spcPts val="0"/>
              </a:spcAft>
              <a:buSzPts val="1200"/>
              <a:buChar char="•"/>
            </a:pPr>
            <a:r>
              <a:rPr lang="pt-PT" sz="2315"/>
              <a:t>Artigos Científicos</a:t>
            </a:r>
            <a:endParaRPr sz="2315"/>
          </a:p>
          <a:p>
            <a:pPr indent="0" lvl="0" marL="457200" rtl="0" algn="l">
              <a:lnSpc>
                <a:spcPct val="90000"/>
              </a:lnSpc>
              <a:spcBef>
                <a:spcPts val="0"/>
              </a:spcBef>
              <a:spcAft>
                <a:spcPts val="0"/>
              </a:spcAft>
              <a:buSzPts val="1200"/>
              <a:buNone/>
            </a:pPr>
            <a:r>
              <a:t/>
            </a:r>
            <a:endParaRPr sz="2315"/>
          </a:p>
          <a:p>
            <a:pPr indent="-304800" lvl="1" marL="914400" rtl="0" algn="l">
              <a:lnSpc>
                <a:spcPct val="90000"/>
              </a:lnSpc>
              <a:spcBef>
                <a:spcPts val="0"/>
              </a:spcBef>
              <a:spcAft>
                <a:spcPts val="0"/>
              </a:spcAft>
              <a:buSzPts val="1200"/>
              <a:buChar char="•"/>
            </a:pPr>
            <a:r>
              <a:rPr lang="pt-PT" sz="2315"/>
              <a:t>Vamos inserir artigos sobre os assuntos que farão parte da matéria dada e usados nas avaliações.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4"/>
          <p:cNvSpPr/>
          <p:nvPr/>
        </p:nvSpPr>
        <p:spPr>
          <a:xfrm>
            <a:off x="0" y="0"/>
            <a:ext cx="10080625" cy="5670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4"/>
          <p:cNvSpPr txBox="1"/>
          <p:nvPr>
            <p:ph type="title"/>
          </p:nvPr>
        </p:nvSpPr>
        <p:spPr>
          <a:xfrm>
            <a:off x="395205" y="928027"/>
            <a:ext cx="3326606" cy="26493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900"/>
              <a:buFont typeface="Calibri"/>
              <a:buNone/>
            </a:pPr>
            <a:r>
              <a:rPr lang="pt-PT" sz="3900"/>
              <a:t>Programação orientada a objetos</a:t>
            </a:r>
            <a:endParaRPr/>
          </a:p>
        </p:txBody>
      </p:sp>
      <p:sp>
        <p:nvSpPr>
          <p:cNvPr id="140" name="Google Shape;140;p4"/>
          <p:cNvSpPr txBox="1"/>
          <p:nvPr>
            <p:ph idx="1" type="body"/>
          </p:nvPr>
        </p:nvSpPr>
        <p:spPr>
          <a:xfrm>
            <a:off x="395204" y="4029184"/>
            <a:ext cx="3326606" cy="99895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1900"/>
              <a:buNone/>
            </a:pPr>
            <a:r>
              <a:rPr b="1" lang="pt-PT"/>
              <a:t>Encapsulamento</a:t>
            </a:r>
            <a:endParaRPr sz="1600">
              <a:solidFill>
                <a:schemeClr val="dk1"/>
              </a:solidFill>
            </a:endParaRPr>
          </a:p>
        </p:txBody>
      </p:sp>
      <p:sp>
        <p:nvSpPr>
          <p:cNvPr id="141" name="Google Shape;141;p4"/>
          <p:cNvSpPr/>
          <p:nvPr/>
        </p:nvSpPr>
        <p:spPr>
          <a:xfrm rot="5400000">
            <a:off x="628318" y="286755"/>
            <a:ext cx="120972" cy="582156"/>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2" name="Google Shape;142;p4"/>
          <p:cNvSpPr/>
          <p:nvPr/>
        </p:nvSpPr>
        <p:spPr>
          <a:xfrm>
            <a:off x="397725" y="3759629"/>
            <a:ext cx="3326607" cy="15121"/>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Flat design with people. oop - object oriented programming acronym. posters  for the wall • posters service, blog, marketing | myloview.com" id="143" name="Google Shape;143;p4"/>
          <p:cNvPicPr preferRelativeResize="0"/>
          <p:nvPr/>
        </p:nvPicPr>
        <p:blipFill rotWithShape="1">
          <a:blip r:embed="rId3">
            <a:alphaModFix/>
          </a:blip>
          <a:srcRect b="7849" l="0" r="4" t="6074"/>
          <a:stretch/>
        </p:blipFill>
        <p:spPr>
          <a:xfrm>
            <a:off x="4025376" y="222647"/>
            <a:ext cx="6055249" cy="52517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Uma história real (motivação forte)</a:t>
            </a:r>
            <a:endParaRPr/>
          </a:p>
        </p:txBody>
      </p:sp>
      <p:sp>
        <p:nvSpPr>
          <p:cNvPr id="149" name="Google Shape;149;p5"/>
          <p:cNvSpPr txBox="1"/>
          <p:nvPr>
            <p:ph idx="1" type="body"/>
          </p:nvPr>
        </p:nvSpPr>
        <p:spPr>
          <a:xfrm>
            <a:off x="693043" y="1509521"/>
            <a:ext cx="8694539" cy="3597912"/>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827"/>
              </a:spcBef>
              <a:spcAft>
                <a:spcPts val="0"/>
              </a:spcAft>
              <a:buClr>
                <a:schemeClr val="dk1"/>
              </a:buClr>
              <a:buSzPts val="1800"/>
              <a:buChar char="•"/>
            </a:pPr>
            <a:r>
              <a:rPr lang="pt-PT"/>
              <a:t>Sistema de folha de pagamento – banco grande</a:t>
            </a:r>
            <a:endParaRPr/>
          </a:p>
          <a:p>
            <a:pPr indent="-342900" lvl="1" marL="914400" rtl="0" algn="l">
              <a:lnSpc>
                <a:spcPct val="115000"/>
              </a:lnSpc>
              <a:spcBef>
                <a:spcPts val="0"/>
              </a:spcBef>
              <a:spcAft>
                <a:spcPts val="0"/>
              </a:spcAft>
              <a:buSzPts val="1800"/>
              <a:buChar char="•"/>
            </a:pPr>
            <a:r>
              <a:rPr lang="pt-PT"/>
              <a:t>Alguém fez:</a:t>
            </a:r>
            <a:endParaRPr/>
          </a:p>
          <a:p>
            <a:pPr indent="0" lvl="0" marL="457200" rtl="0" algn="l">
              <a:lnSpc>
                <a:spcPct val="90000"/>
              </a:lnSpc>
              <a:spcBef>
                <a:spcPts val="1200"/>
              </a:spcBef>
              <a:spcAft>
                <a:spcPts val="0"/>
              </a:spcAft>
              <a:buNone/>
            </a:pPr>
            <a:r>
              <a:t/>
            </a:r>
            <a:endParaRPr/>
          </a:p>
          <a:p>
            <a:pPr indent="0" lvl="0" marL="457200" rtl="0" algn="l">
              <a:lnSpc>
                <a:spcPct val="90000"/>
              </a:lnSpc>
              <a:spcBef>
                <a:spcPts val="827"/>
              </a:spcBef>
              <a:spcAft>
                <a:spcPts val="0"/>
              </a:spcAft>
              <a:buNone/>
            </a:pPr>
            <a:r>
              <a:rPr lang="pt-PT"/>
              <a:t>funcionario._salario = -45000</a:t>
            </a:r>
            <a:endParaRPr/>
          </a:p>
          <a:p>
            <a:pPr indent="0" lvl="0" marL="457200" rtl="0" algn="l">
              <a:lnSpc>
                <a:spcPct val="90000"/>
              </a:lnSpc>
              <a:spcBef>
                <a:spcPts val="827"/>
              </a:spcBef>
              <a:spcAft>
                <a:spcPts val="0"/>
              </a:spcAft>
              <a:buNone/>
            </a:pPr>
            <a:r>
              <a:t/>
            </a:r>
            <a:endParaRPr/>
          </a:p>
          <a:p>
            <a:pPr indent="0" lvl="0" marL="457200" rtl="0" algn="l">
              <a:lnSpc>
                <a:spcPct val="90000"/>
              </a:lnSpc>
              <a:spcBef>
                <a:spcPts val="827"/>
              </a:spcBef>
              <a:spcAft>
                <a:spcPts val="0"/>
              </a:spcAft>
              <a:buNone/>
            </a:pPr>
            <a:r>
              <a:rPr lang="pt-PT"/>
              <a:t>→ 14 dias depois: 1.200 holerites negativos processados</a:t>
            </a:r>
            <a:endParaRPr/>
          </a:p>
          <a:p>
            <a:pPr indent="0" lvl="0" marL="457200" rtl="0" algn="l">
              <a:lnSpc>
                <a:spcPct val="90000"/>
              </a:lnSpc>
              <a:spcBef>
                <a:spcPts val="827"/>
              </a:spcBef>
              <a:spcAft>
                <a:spcPts val="0"/>
              </a:spcAft>
              <a:buNone/>
            </a:pPr>
            <a:r>
              <a:rPr lang="pt-PT"/>
              <a:t>Custo: ~R$ 4,8 milhões + multa + demissões</a:t>
            </a:r>
            <a:endParaRPr/>
          </a:p>
          <a:p>
            <a:pPr indent="0" lvl="0" marL="0" rtl="0" algn="l">
              <a:lnSpc>
                <a:spcPct val="115000"/>
              </a:lnSpc>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Encapsulamento NÃO é</a:t>
            </a:r>
            <a:endParaRPr/>
          </a:p>
        </p:txBody>
      </p:sp>
      <p:sp>
        <p:nvSpPr>
          <p:cNvPr id="155" name="Google Shape;155;p6"/>
          <p:cNvSpPr txBox="1"/>
          <p:nvPr>
            <p:ph idx="1" type="body"/>
          </p:nvPr>
        </p:nvSpPr>
        <p:spPr>
          <a:xfrm>
            <a:off x="693043" y="1509521"/>
            <a:ext cx="8694539" cy="3597912"/>
          </a:xfrm>
          <a:prstGeom prst="rect">
            <a:avLst/>
          </a:prstGeom>
          <a:noFill/>
          <a:ln>
            <a:noFill/>
          </a:ln>
        </p:spPr>
        <p:txBody>
          <a:bodyPr anchorCtr="0" anchor="t" bIns="45700" lIns="91425" spcFirstLastPara="1" rIns="91425" wrap="square" tIns="45700">
            <a:normAutofit/>
          </a:bodyPr>
          <a:lstStyle/>
          <a:p>
            <a:pPr indent="-228600" lvl="0" marL="457200" rtl="0" algn="l">
              <a:spcBef>
                <a:spcPts val="827"/>
              </a:spcBef>
              <a:spcAft>
                <a:spcPts val="0"/>
              </a:spcAft>
              <a:buClr>
                <a:schemeClr val="dk1"/>
              </a:buClr>
              <a:buSzPts val="1100"/>
              <a:buNone/>
            </a:pPr>
            <a:r>
              <a:t/>
            </a:r>
            <a:endParaRPr sz="2400"/>
          </a:p>
          <a:p>
            <a:pPr indent="-228600" lvl="0" marL="457200" rtl="0" algn="l">
              <a:spcBef>
                <a:spcPts val="827"/>
              </a:spcBef>
              <a:spcAft>
                <a:spcPts val="0"/>
              </a:spcAft>
              <a:buClr>
                <a:schemeClr val="dk1"/>
              </a:buClr>
              <a:buSzPts val="1100"/>
              <a:buFont typeface="Arial"/>
              <a:buNone/>
            </a:pPr>
            <a:r>
              <a:rPr lang="pt-PT" sz="2400"/>
              <a:t>“esconder variável”</a:t>
            </a:r>
            <a:endParaRPr sz="2400"/>
          </a:p>
          <a:p>
            <a:pPr indent="-228600" lvl="0" marL="457200" rtl="0" algn="l">
              <a:spcBef>
                <a:spcPts val="827"/>
              </a:spcBef>
              <a:spcAft>
                <a:spcPts val="0"/>
              </a:spcAft>
              <a:buClr>
                <a:schemeClr val="dk1"/>
              </a:buClr>
              <a:buSzPts val="1100"/>
              <a:buNone/>
            </a:pPr>
            <a:r>
              <a:t/>
            </a:r>
            <a:endParaRPr sz="2400"/>
          </a:p>
          <a:p>
            <a:pPr indent="-228600" lvl="0" marL="457200" rtl="0" algn="l">
              <a:spcBef>
                <a:spcPts val="827"/>
              </a:spcBef>
              <a:spcAft>
                <a:spcPts val="0"/>
              </a:spcAft>
              <a:buClr>
                <a:schemeClr val="dk1"/>
              </a:buClr>
              <a:buSzPts val="1100"/>
              <a:buNone/>
            </a:pPr>
            <a:r>
              <a:rPr lang="pt-PT" sz="2400"/>
              <a:t>“segurança contra hackers”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954942" y="805150"/>
            <a:ext cx="7244137" cy="58453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1200"/>
              </a:spcAft>
              <a:buClr>
                <a:schemeClr val="dk1"/>
              </a:buClr>
              <a:buSzPct val="30236"/>
              <a:buNone/>
            </a:pPr>
            <a:r>
              <a:rPr lang="pt-PT"/>
              <a:t>Encapsulamento - Definição</a:t>
            </a:r>
            <a:endParaRPr/>
          </a:p>
        </p:txBody>
      </p:sp>
      <p:pic>
        <p:nvPicPr>
          <p:cNvPr descr="Web Design" id="161" name="Google Shape;161;p7"/>
          <p:cNvPicPr preferRelativeResize="0"/>
          <p:nvPr/>
        </p:nvPicPr>
        <p:blipFill rotWithShape="1">
          <a:blip r:embed="rId3">
            <a:alphaModFix/>
          </a:blip>
          <a:srcRect b="0" l="0" r="0" t="0"/>
          <a:stretch/>
        </p:blipFill>
        <p:spPr>
          <a:xfrm>
            <a:off x="1480341" y="2295319"/>
            <a:ext cx="2536001" cy="2536001"/>
          </a:xfrm>
          <a:prstGeom prst="roundRect">
            <a:avLst>
              <a:gd fmla="val 1858" name="adj"/>
            </a:avLst>
          </a:prstGeom>
          <a:noFill/>
          <a:ln>
            <a:noFill/>
          </a:ln>
          <a:effectLst>
            <a:outerShdw blurRad="50800" rotWithShape="0" algn="tl" dir="5400000" dist="50800">
              <a:srgbClr val="000000">
                <a:alpha val="43137"/>
              </a:srgbClr>
            </a:outerShdw>
          </a:effectLst>
        </p:spPr>
      </p:pic>
      <p:sp>
        <p:nvSpPr>
          <p:cNvPr id="162" name="Google Shape;162;p7"/>
          <p:cNvSpPr txBox="1"/>
          <p:nvPr>
            <p:ph idx="1" type="body"/>
          </p:nvPr>
        </p:nvSpPr>
        <p:spPr>
          <a:xfrm>
            <a:off x="4391225" y="2152725"/>
            <a:ext cx="4863300" cy="2824800"/>
          </a:xfrm>
          <a:prstGeom prst="rect">
            <a:avLst/>
          </a:prstGeom>
          <a:noFill/>
          <a:ln>
            <a:noFill/>
          </a:ln>
        </p:spPr>
        <p:txBody>
          <a:bodyPr anchorCtr="0" anchor="ctr" bIns="45700" lIns="91425" spcFirstLastPara="1" rIns="91425" wrap="square" tIns="45700">
            <a:normAutofit/>
          </a:bodyPr>
          <a:lstStyle/>
          <a:p>
            <a:pPr indent="-381249" lvl="0" marL="457200" rtl="0" algn="l">
              <a:spcBef>
                <a:spcPts val="827"/>
              </a:spcBef>
              <a:spcAft>
                <a:spcPts val="0"/>
              </a:spcAft>
              <a:buSzPts val="2404"/>
              <a:buChar char="•"/>
            </a:pPr>
            <a:r>
              <a:rPr lang="pt-PT" sz="1400">
                <a:latin typeface="Arial"/>
                <a:ea typeface="Arial"/>
                <a:cs typeface="Arial"/>
                <a:sym typeface="Arial"/>
              </a:rPr>
              <a:t>Juntar dados + operações que fazem sentido juntos</a:t>
            </a:r>
            <a:endParaRPr sz="1400">
              <a:latin typeface="Arial"/>
              <a:ea typeface="Arial"/>
              <a:cs typeface="Arial"/>
              <a:sym typeface="Arial"/>
            </a:endParaRPr>
          </a:p>
          <a:p>
            <a:pPr indent="-381249" lvl="0" marL="457200" rtl="0" algn="l">
              <a:spcBef>
                <a:spcPts val="827"/>
              </a:spcBef>
              <a:spcAft>
                <a:spcPts val="0"/>
              </a:spcAft>
              <a:buSzPts val="2404"/>
              <a:buChar char="•"/>
            </a:pPr>
            <a:r>
              <a:rPr lang="pt-PT" sz="1400">
                <a:latin typeface="Arial"/>
                <a:ea typeface="Arial"/>
                <a:cs typeface="Arial"/>
                <a:sym typeface="Arial"/>
              </a:rPr>
              <a:t>Definir uma interface estável</a:t>
            </a:r>
            <a:endParaRPr sz="1400">
              <a:latin typeface="Arial"/>
              <a:ea typeface="Arial"/>
              <a:cs typeface="Arial"/>
              <a:sym typeface="Arial"/>
            </a:endParaRPr>
          </a:p>
          <a:p>
            <a:pPr indent="-381249" lvl="0" marL="457200" rtl="0" algn="l">
              <a:spcBef>
                <a:spcPts val="827"/>
              </a:spcBef>
              <a:spcAft>
                <a:spcPts val="0"/>
              </a:spcAft>
              <a:buSzPts val="2404"/>
              <a:buChar char="•"/>
            </a:pPr>
            <a:r>
              <a:rPr lang="pt-PT" sz="1400">
                <a:latin typeface="Arial"/>
                <a:ea typeface="Arial"/>
                <a:cs typeface="Arial"/>
                <a:sym typeface="Arial"/>
              </a:rPr>
              <a:t>Esconder detalhes de implementação que </a:t>
            </a:r>
            <a:r>
              <a:rPr b="1" lang="pt-PT" sz="1400">
                <a:latin typeface="Arial"/>
                <a:ea typeface="Arial"/>
                <a:cs typeface="Arial"/>
                <a:sym typeface="Arial"/>
              </a:rPr>
              <a:t>podem mudar</a:t>
            </a:r>
            <a:endParaRPr b="1" sz="1400">
              <a:latin typeface="Arial"/>
              <a:ea typeface="Arial"/>
              <a:cs typeface="Arial"/>
              <a:sym typeface="Arial"/>
            </a:endParaRPr>
          </a:p>
          <a:p>
            <a:pPr indent="-381249" lvl="0" marL="457200" rtl="0" algn="l">
              <a:spcBef>
                <a:spcPts val="827"/>
              </a:spcBef>
              <a:spcAft>
                <a:spcPts val="0"/>
              </a:spcAft>
              <a:buSzPts val="2404"/>
              <a:buChar char="•"/>
            </a:pPr>
            <a:r>
              <a:rPr lang="pt-PT" sz="1400">
                <a:latin typeface="Arial"/>
                <a:ea typeface="Arial"/>
                <a:cs typeface="Arial"/>
                <a:sym typeface="Arial"/>
              </a:rPr>
              <a:t>Evitar que o estado interno seja corrompido por código externo</a:t>
            </a:r>
            <a:endParaRPr sz="2615">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type="title"/>
          </p:nvPr>
        </p:nvSpPr>
        <p:spPr>
          <a:xfrm>
            <a:off x="954951" y="805150"/>
            <a:ext cx="2822400" cy="3996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pt-PT"/>
              <a:t>Comparaç</a:t>
            </a:r>
            <a:r>
              <a:rPr lang="pt-PT"/>
              <a:t>ões</a:t>
            </a:r>
            <a:endParaRPr/>
          </a:p>
        </p:txBody>
      </p:sp>
      <p:grpSp>
        <p:nvGrpSpPr>
          <p:cNvPr id="168" name="Google Shape;168;p8"/>
          <p:cNvGrpSpPr/>
          <p:nvPr/>
        </p:nvGrpSpPr>
        <p:grpSpPr>
          <a:xfrm>
            <a:off x="1939596" y="3941307"/>
            <a:ext cx="4890772" cy="1301424"/>
            <a:chOff x="393680" y="1518328"/>
            <a:chExt cx="4890772" cy="1301424"/>
          </a:xfrm>
        </p:grpSpPr>
        <p:sp>
          <p:nvSpPr>
            <p:cNvPr id="169" name="Google Shape;169;p8"/>
            <p:cNvSpPr/>
            <p:nvPr/>
          </p:nvSpPr>
          <p:spPr>
            <a:xfrm>
              <a:off x="393680" y="1811148"/>
              <a:ext cx="715783" cy="715783"/>
            </a:xfrm>
            <a:prstGeom prst="rect">
              <a:avLst/>
            </a:prstGeom>
            <a:blipFill rotWithShape="1">
              <a:blip r:embed="rId3">
                <a:alphaModFix/>
              </a:blip>
              <a:stretch>
                <a:fillRect b="0" l="-4000" r="-400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1503145" y="1518328"/>
              <a:ext cx="3781307" cy="130142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txBox="1"/>
            <p:nvPr/>
          </p:nvSpPr>
          <p:spPr>
            <a:xfrm>
              <a:off x="1503145" y="1518328"/>
              <a:ext cx="3781307" cy="1301424"/>
            </a:xfrm>
            <a:prstGeom prst="rect">
              <a:avLst/>
            </a:prstGeom>
            <a:noFill/>
            <a:ln>
              <a:noFill/>
            </a:ln>
          </p:spPr>
          <p:txBody>
            <a:bodyPr anchorCtr="0" anchor="ctr" bIns="137725" lIns="137725" spcFirstLastPara="1" rIns="137725" wrap="square" tIns="137725">
              <a:noAutofit/>
            </a:bodyPr>
            <a:lstStyle/>
            <a:p>
              <a:pPr indent="0" lvl="0" marL="0" marR="0" rtl="0" algn="l">
                <a:lnSpc>
                  <a:spcPct val="100000"/>
                </a:lnSpc>
                <a:spcBef>
                  <a:spcPts val="0"/>
                </a:spcBef>
                <a:spcAft>
                  <a:spcPts val="0"/>
                </a:spcAft>
                <a:buClr>
                  <a:srgbClr val="000000"/>
                </a:buClr>
                <a:buSzPts val="2200"/>
                <a:buFont typeface="Arial"/>
                <a:buNone/>
              </a:pPr>
              <a:r>
                <a:t/>
              </a:r>
              <a:endParaRPr sz="2200"/>
            </a:p>
          </p:txBody>
        </p:sp>
      </p:grpSp>
      <p:sp>
        <p:nvSpPr>
          <p:cNvPr id="172" name="Google Shape;172;p8"/>
          <p:cNvSpPr txBox="1"/>
          <p:nvPr/>
        </p:nvSpPr>
        <p:spPr>
          <a:xfrm>
            <a:off x="4399900" y="2062375"/>
            <a:ext cx="5048700" cy="257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PT" sz="2200">
                <a:solidFill>
                  <a:schemeClr val="dk1"/>
                </a:solidFill>
              </a:rPr>
              <a:t>Java: private → compilador impede</a:t>
            </a:r>
            <a:endParaRPr sz="2200">
              <a:solidFill>
                <a:schemeClr val="dk1"/>
              </a:solidFill>
            </a:endParaRPr>
          </a:p>
          <a:p>
            <a:pPr indent="0" lvl="0" marL="0" rtl="0" algn="l">
              <a:spcBef>
                <a:spcPts val="0"/>
              </a:spcBef>
              <a:spcAft>
                <a:spcPts val="0"/>
              </a:spcAft>
              <a:buNone/>
            </a:pPr>
            <a:r>
              <a:t/>
            </a:r>
            <a:endParaRPr sz="2200">
              <a:solidFill>
                <a:schemeClr val="dk1"/>
              </a:solidFill>
            </a:endParaRPr>
          </a:p>
          <a:p>
            <a:pPr indent="0" lvl="0" marL="0" rtl="0" algn="l">
              <a:spcBef>
                <a:spcPts val="0"/>
              </a:spcBef>
              <a:spcAft>
                <a:spcPts val="0"/>
              </a:spcAft>
              <a:buNone/>
            </a:pPr>
            <a:r>
              <a:rPr lang="pt-PT" sz="2200">
                <a:solidFill>
                  <a:schemeClr val="dk1"/>
                </a:solidFill>
              </a:rPr>
              <a:t>Python: __ → convenção + name mangling (ofuscação leve)</a:t>
            </a:r>
            <a:endParaRPr sz="2200">
              <a:solidFill>
                <a:schemeClr val="dk1"/>
              </a:solidFill>
            </a:endParaRPr>
          </a:p>
          <a:p>
            <a:pPr indent="0" lvl="0" marL="0" rtl="0" algn="l">
              <a:lnSpc>
                <a:spcPct val="115000"/>
              </a:lnSpc>
              <a:spcBef>
                <a:spcPts val="1200"/>
              </a:spcBef>
              <a:spcAft>
                <a:spcPts val="0"/>
              </a:spcAft>
              <a:buNone/>
            </a:pPr>
            <a:r>
              <a:t/>
            </a:r>
            <a:endParaRPr sz="2200">
              <a:solidFill>
                <a:schemeClr val="dk1"/>
              </a:solidFill>
            </a:endParaRPr>
          </a:p>
          <a:p>
            <a:pPr indent="0" lvl="0" marL="0" rtl="0" algn="l">
              <a:spcBef>
                <a:spcPts val="1200"/>
              </a:spcBef>
              <a:spcAft>
                <a:spcPts val="0"/>
              </a:spcAft>
              <a:buNone/>
            </a:pPr>
            <a:r>
              <a:t/>
            </a:r>
            <a:endParaRPr sz="2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ph type="title"/>
          </p:nvPr>
        </p:nvSpPr>
        <p:spPr>
          <a:xfrm>
            <a:off x="475425" y="347000"/>
            <a:ext cx="3492300" cy="1329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pt-PT"/>
              <a:t>Encapsulamento</a:t>
            </a:r>
            <a:endParaRPr/>
          </a:p>
        </p:txBody>
      </p:sp>
      <p:sp>
        <p:nvSpPr>
          <p:cNvPr id="178" name="Google Shape;178;p9"/>
          <p:cNvSpPr txBox="1"/>
          <p:nvPr>
            <p:ph idx="1" type="body"/>
          </p:nvPr>
        </p:nvSpPr>
        <p:spPr>
          <a:xfrm>
            <a:off x="4149175" y="781250"/>
            <a:ext cx="5489100" cy="461400"/>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827"/>
              </a:spcBef>
              <a:spcAft>
                <a:spcPts val="0"/>
              </a:spcAft>
              <a:buClr>
                <a:schemeClr val="dk1"/>
              </a:buClr>
              <a:buSzPts val="1800"/>
              <a:buFont typeface="Arial"/>
              <a:buNone/>
            </a:pPr>
            <a:r>
              <a:rPr b="1" lang="pt-PT"/>
              <a:t>Os 4 níveis</a:t>
            </a:r>
            <a:endParaRPr b="1"/>
          </a:p>
        </p:txBody>
      </p:sp>
      <p:graphicFrame>
        <p:nvGraphicFramePr>
          <p:cNvPr id="179" name="Google Shape;179;p9"/>
          <p:cNvGraphicFramePr/>
          <p:nvPr/>
        </p:nvGraphicFramePr>
        <p:xfrm>
          <a:off x="2843475" y="2244275"/>
          <a:ext cx="3000000" cy="3000000"/>
        </p:xfrm>
        <a:graphic>
          <a:graphicData uri="http://schemas.openxmlformats.org/drawingml/2006/table">
            <a:tbl>
              <a:tblPr>
                <a:noFill/>
                <a:tableStyleId>{CAF4506C-FD8F-4CF0-A87D-28AED7EF5E28}</a:tableStyleId>
              </a:tblPr>
              <a:tblGrid>
                <a:gridCol w="361950"/>
                <a:gridCol w="1733550"/>
                <a:gridCol w="1714500"/>
              </a:tblGrid>
              <a:tr h="190500">
                <a:tc>
                  <a:txBody>
                    <a:bodyPr/>
                    <a:lstStyle/>
                    <a:p>
                      <a:pPr indent="0" lvl="0" marL="0" rtl="0" algn="ctr">
                        <a:lnSpc>
                          <a:spcPct val="115000"/>
                        </a:lnSpc>
                        <a:spcBef>
                          <a:spcPts val="0"/>
                        </a:spcBef>
                        <a:spcAft>
                          <a:spcPts val="0"/>
                        </a:spcAft>
                        <a:buNone/>
                      </a:pPr>
                      <a:r>
                        <a:rPr b="1" lang="pt-PT" sz="1100"/>
                        <a:t>Nível</a:t>
                      </a:r>
                      <a:endParaRPr b="1" sz="1100"/>
                    </a:p>
                  </a:txBody>
                  <a:tcPr marT="91425" marB="91425" marR="91425" marL="91425"/>
                </a:tc>
                <a:tc>
                  <a:txBody>
                    <a:bodyPr/>
                    <a:lstStyle/>
                    <a:p>
                      <a:pPr indent="0" lvl="0" marL="0" rtl="0" algn="ctr">
                        <a:lnSpc>
                          <a:spcPct val="115000"/>
                        </a:lnSpc>
                        <a:spcBef>
                          <a:spcPts val="0"/>
                        </a:spcBef>
                        <a:spcAft>
                          <a:spcPts val="0"/>
                        </a:spcAft>
                        <a:buNone/>
                      </a:pPr>
                      <a:r>
                        <a:rPr b="1" lang="pt-PT" sz="1100"/>
                        <a:t>Sintaxe principal</a:t>
                      </a:r>
                      <a:endParaRPr b="1" sz="1100"/>
                    </a:p>
                  </a:txBody>
                  <a:tcPr marT="91425" marB="91425" marR="91425" marL="91425"/>
                </a:tc>
                <a:tc>
                  <a:txBody>
                    <a:bodyPr/>
                    <a:lstStyle/>
                    <a:p>
                      <a:pPr indent="0" lvl="0" marL="0" rtl="0" algn="ctr">
                        <a:lnSpc>
                          <a:spcPct val="115000"/>
                        </a:lnSpc>
                        <a:spcBef>
                          <a:spcPts val="0"/>
                        </a:spcBef>
                        <a:spcAft>
                          <a:spcPts val="0"/>
                        </a:spcAft>
                        <a:buNone/>
                      </a:pPr>
                      <a:r>
                        <a:rPr b="1" lang="pt-PT" sz="1100"/>
                        <a:t>Força de proteção</a:t>
                      </a:r>
                      <a:endParaRPr b="1" sz="1100"/>
                    </a:p>
                  </a:txBody>
                  <a:tcPr marT="91425" marB="91425" marR="91425" marL="91425"/>
                </a:tc>
              </a:tr>
              <a:tr h="190500">
                <a:tc>
                  <a:txBody>
                    <a:bodyPr/>
                    <a:lstStyle/>
                    <a:p>
                      <a:pPr indent="0" lvl="0" marL="0" rtl="0" algn="l">
                        <a:spcBef>
                          <a:spcPts val="0"/>
                        </a:spcBef>
                        <a:spcAft>
                          <a:spcPts val="0"/>
                        </a:spcAft>
                        <a:buNone/>
                      </a:pPr>
                      <a:r>
                        <a:rPr lang="pt-PT"/>
                        <a:t>0</a:t>
                      </a:r>
                      <a:endParaRPr/>
                    </a:p>
                  </a:txBody>
                  <a:tcPr marT="91425" marB="91425" marR="91425" marL="91425"/>
                </a:tc>
                <a:tc>
                  <a:txBody>
                    <a:bodyPr/>
                    <a:lstStyle/>
                    <a:p>
                      <a:pPr indent="0" lvl="0" marL="0" rtl="0" algn="l">
                        <a:spcBef>
                          <a:spcPts val="0"/>
                        </a:spcBef>
                        <a:spcAft>
                          <a:spcPts val="0"/>
                        </a:spcAft>
                        <a:buNone/>
                      </a:pPr>
                      <a:r>
                        <a:rPr lang="pt-PT" sz="1100">
                          <a:solidFill>
                            <a:srgbClr val="188038"/>
                          </a:solidFill>
                          <a:latin typeface="Roboto Mono"/>
                          <a:ea typeface="Roboto Mono"/>
                          <a:cs typeface="Roboto Mono"/>
                          <a:sym typeface="Roboto Mono"/>
                        </a:rPr>
                        <a:t>self.saldo</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pt-PT"/>
                        <a:t>nenhuma</a:t>
                      </a:r>
                      <a:endParaRPr/>
                    </a:p>
                  </a:txBody>
                  <a:tcPr marT="91425" marB="91425" marR="91425" marL="91425"/>
                </a:tc>
              </a:tr>
              <a:tr h="190500">
                <a:tc>
                  <a:txBody>
                    <a:bodyPr/>
                    <a:lstStyle/>
                    <a:p>
                      <a:pPr indent="0" lvl="0" marL="0" rtl="0" algn="l">
                        <a:spcBef>
                          <a:spcPts val="0"/>
                        </a:spcBef>
                        <a:spcAft>
                          <a:spcPts val="0"/>
                        </a:spcAft>
                        <a:buNone/>
                      </a:pPr>
                      <a:r>
                        <a:rPr lang="pt-PT"/>
                        <a:t>1</a:t>
                      </a:r>
                      <a:endParaRPr/>
                    </a:p>
                  </a:txBody>
                  <a:tcPr marT="91425" marB="91425" marR="91425" marL="91425"/>
                </a:tc>
                <a:tc>
                  <a:txBody>
                    <a:bodyPr/>
                    <a:lstStyle/>
                    <a:p>
                      <a:pPr indent="0" lvl="0" marL="0" rtl="0" algn="l">
                        <a:spcBef>
                          <a:spcPts val="0"/>
                        </a:spcBef>
                        <a:spcAft>
                          <a:spcPts val="0"/>
                        </a:spcAft>
                        <a:buNone/>
                      </a:pPr>
                      <a:r>
                        <a:rPr lang="pt-PT" sz="1100">
                          <a:solidFill>
                            <a:srgbClr val="188038"/>
                          </a:solidFill>
                          <a:latin typeface="Roboto Mono"/>
                          <a:ea typeface="Roboto Mono"/>
                          <a:cs typeface="Roboto Mono"/>
                          <a:sym typeface="Roboto Mono"/>
                        </a:rPr>
                        <a:t>self._saldo</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pt-PT"/>
                        <a:t>convenção</a:t>
                      </a:r>
                      <a:endParaRPr/>
                    </a:p>
                  </a:txBody>
                  <a:tcPr marT="91425" marB="91425" marR="91425" marL="91425"/>
                </a:tc>
              </a:tr>
              <a:tr h="190500">
                <a:tc>
                  <a:txBody>
                    <a:bodyPr/>
                    <a:lstStyle/>
                    <a:p>
                      <a:pPr indent="0" lvl="0" marL="0" rtl="0" algn="l">
                        <a:spcBef>
                          <a:spcPts val="0"/>
                        </a:spcBef>
                        <a:spcAft>
                          <a:spcPts val="0"/>
                        </a:spcAft>
                        <a:buNone/>
                      </a:pPr>
                      <a:r>
                        <a:rPr lang="pt-PT"/>
                        <a:t>2</a:t>
                      </a:r>
                      <a:endParaRPr/>
                    </a:p>
                  </a:txBody>
                  <a:tcPr marT="91425" marB="91425" marR="91425" marL="91425"/>
                </a:tc>
                <a:tc>
                  <a:txBody>
                    <a:bodyPr/>
                    <a:lstStyle/>
                    <a:p>
                      <a:pPr indent="0" lvl="0" marL="0" rtl="0" algn="l">
                        <a:spcBef>
                          <a:spcPts val="0"/>
                        </a:spcBef>
                        <a:spcAft>
                          <a:spcPts val="0"/>
                        </a:spcAft>
                        <a:buNone/>
                      </a:pPr>
                      <a:r>
                        <a:rPr lang="pt-PT" sz="1100">
                          <a:solidFill>
                            <a:srgbClr val="188038"/>
                          </a:solidFill>
                          <a:latin typeface="Roboto Mono"/>
                          <a:ea typeface="Roboto Mono"/>
                          <a:cs typeface="Roboto Mono"/>
                          <a:sym typeface="Roboto Mono"/>
                        </a:rPr>
                        <a:t>self.__saldo</a:t>
                      </a:r>
                      <a:r>
                        <a:rPr lang="pt-PT" sz="1100"/>
                        <a:t> + @property</a:t>
                      </a:r>
                      <a:endParaRPr sz="1100"/>
                    </a:p>
                  </a:txBody>
                  <a:tcPr marT="91425" marB="91425" marR="91425" marL="91425"/>
                </a:tc>
                <a:tc>
                  <a:txBody>
                    <a:bodyPr/>
                    <a:lstStyle/>
                    <a:p>
                      <a:pPr indent="0" lvl="0" marL="0" rtl="0" algn="l">
                        <a:spcBef>
                          <a:spcPts val="0"/>
                        </a:spcBef>
                        <a:spcAft>
                          <a:spcPts val="0"/>
                        </a:spcAft>
                        <a:buNone/>
                      </a:pPr>
                      <a:r>
                        <a:rPr lang="pt-PT"/>
                        <a:t>name mangling + disciplina</a:t>
                      </a:r>
                      <a:endParaRPr/>
                    </a:p>
                  </a:txBody>
                  <a:tcPr marT="91425" marB="91425" marR="91425" marL="91425"/>
                </a:tc>
              </a:tr>
              <a:tr h="190500">
                <a:tc>
                  <a:txBody>
                    <a:bodyPr/>
                    <a:lstStyle/>
                    <a:p>
                      <a:pPr indent="0" lvl="0" marL="0" rtl="0" algn="l">
                        <a:spcBef>
                          <a:spcPts val="0"/>
                        </a:spcBef>
                        <a:spcAft>
                          <a:spcPts val="0"/>
                        </a:spcAft>
                        <a:buNone/>
                      </a:pPr>
                      <a:r>
                        <a:rPr lang="pt-PT"/>
                        <a:t>3</a:t>
                      </a:r>
                      <a:endParaRPr/>
                    </a:p>
                  </a:txBody>
                  <a:tcPr marT="91425" marB="91425" marR="91425" marL="91425"/>
                </a:tc>
                <a:tc>
                  <a:txBody>
                    <a:bodyPr/>
                    <a:lstStyle/>
                    <a:p>
                      <a:pPr indent="0" lvl="0" marL="0" rtl="0" algn="l">
                        <a:spcBef>
                          <a:spcPts val="0"/>
                        </a:spcBef>
                        <a:spcAft>
                          <a:spcPts val="0"/>
                        </a:spcAft>
                        <a:buNone/>
                      </a:pPr>
                      <a:r>
                        <a:rPr lang="pt-PT" sz="1100">
                          <a:solidFill>
                            <a:srgbClr val="188038"/>
                          </a:solidFill>
                          <a:latin typeface="Roboto Mono"/>
                          <a:ea typeface="Roboto Mono"/>
                          <a:cs typeface="Roboto Mono"/>
                          <a:sym typeface="Roboto Mono"/>
                        </a:rPr>
                        <a:t>@dataclass(frozen=True)</a:t>
                      </a:r>
                      <a:endParaRPr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pt-PT"/>
                        <a:t>imutabilidade real</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txBox="1"/>
          <p:nvPr>
            <p:ph type="title"/>
          </p:nvPr>
        </p:nvSpPr>
        <p:spPr>
          <a:xfrm>
            <a:off x="954943" y="805150"/>
            <a:ext cx="2432687" cy="399665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pt-PT">
                <a:solidFill>
                  <a:schemeClr val="dk1"/>
                </a:solidFill>
              </a:rPr>
              <a:t>Método construtor</a:t>
            </a:r>
            <a:endParaRPr/>
          </a:p>
        </p:txBody>
      </p:sp>
      <p:sp>
        <p:nvSpPr>
          <p:cNvPr id="185" name="Google Shape;185;p10"/>
          <p:cNvSpPr txBox="1"/>
          <p:nvPr>
            <p:ph idx="1" type="body"/>
          </p:nvPr>
        </p:nvSpPr>
        <p:spPr>
          <a:xfrm>
            <a:off x="3310759" y="1509521"/>
            <a:ext cx="6076823" cy="3597912"/>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827"/>
              </a:spcBef>
              <a:spcAft>
                <a:spcPts val="0"/>
              </a:spcAft>
              <a:buClr>
                <a:schemeClr val="dk1"/>
              </a:buClr>
              <a:buSzPts val="1800"/>
              <a:buChar char="•"/>
            </a:pPr>
            <a:r>
              <a:rPr lang="pt-PT"/>
              <a:t>Python não possui modificadores de acesso reais (private, protected). O "construtor" utiliza convenções que alteram como o interpretador enxerga os nomes:</a:t>
            </a:r>
            <a:endParaRPr/>
          </a:p>
          <a:p>
            <a:pPr indent="-342900" lvl="0" marL="457200" rtl="0" algn="l">
              <a:lnSpc>
                <a:spcPct val="90000"/>
              </a:lnSpc>
              <a:spcBef>
                <a:spcPts val="827"/>
              </a:spcBef>
              <a:spcAft>
                <a:spcPts val="0"/>
              </a:spcAft>
              <a:buClr>
                <a:schemeClr val="dk1"/>
              </a:buClr>
              <a:buSzPts val="1800"/>
              <a:buChar char="•"/>
            </a:pPr>
            <a:r>
              <a:rPr lang="pt-PT"/>
              <a:t>_atributo: Convenção de "protegido" (apenas aviso).</a:t>
            </a:r>
            <a:endParaRPr/>
          </a:p>
          <a:p>
            <a:pPr indent="-342900" lvl="0" marL="457200" rtl="0" algn="l">
              <a:lnSpc>
                <a:spcPct val="90000"/>
              </a:lnSpc>
              <a:spcBef>
                <a:spcPts val="827"/>
              </a:spcBef>
              <a:spcAft>
                <a:spcPts val="0"/>
              </a:spcAft>
              <a:buClr>
                <a:schemeClr val="dk1"/>
              </a:buClr>
              <a:buSzPts val="1800"/>
              <a:buChar char="•"/>
            </a:pPr>
            <a:r>
              <a:rPr lang="pt-PT"/>
              <a:t>__atributo: Ativa o </a:t>
            </a:r>
            <a:r>
              <a:rPr b="1" lang="pt-PT"/>
              <a:t>Name Mangling</a:t>
            </a:r>
            <a:r>
              <a:rPr lang="pt-PT"/>
              <a:t>. O interpretador renomeia o atributo para _Classe__atributo para evitar colisões em subclasses. É uma proteção mecânica, não de segurança.</a:t>
            </a:r>
            <a:endParaRPr/>
          </a:p>
          <a:p>
            <a:pPr indent="-228600" lvl="0" marL="457200" rtl="0" algn="l">
              <a:lnSpc>
                <a:spcPct val="90000"/>
              </a:lnSpc>
              <a:spcBef>
                <a:spcPts val="827"/>
              </a:spcBef>
              <a:spcAft>
                <a:spcPts val="0"/>
              </a:spcAft>
              <a:buClr>
                <a:schemeClr val="dk1"/>
              </a:buClr>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954951" y="805150"/>
            <a:ext cx="8095500" cy="584400"/>
          </a:xfrm>
          <a:prstGeom prst="rect">
            <a:avLst/>
          </a:prstGeom>
          <a:noFill/>
          <a:ln>
            <a:noFill/>
          </a:ln>
        </p:spPr>
        <p:txBody>
          <a:bodyPr anchorCtr="0" anchor="ctr" bIns="37800" lIns="75600" spcFirstLastPara="1" rIns="75600" wrap="square" tIns="37800">
            <a:normAutofit fontScale="90000"/>
          </a:bodyPr>
          <a:lstStyle/>
          <a:p>
            <a:pPr indent="0" lvl="0" marL="0" rtl="0" algn="l">
              <a:lnSpc>
                <a:spcPct val="115000"/>
              </a:lnSpc>
              <a:spcBef>
                <a:spcPts val="1200"/>
              </a:spcBef>
              <a:spcAft>
                <a:spcPts val="1200"/>
              </a:spcAft>
              <a:buClr>
                <a:schemeClr val="dk1"/>
              </a:buClr>
              <a:buSzPct val="30236"/>
              <a:buNone/>
            </a:pPr>
            <a:r>
              <a:rPr lang="pt-PT">
                <a:latin typeface="Arial"/>
                <a:ea typeface="Arial"/>
                <a:cs typeface="Arial"/>
                <a:sym typeface="Arial"/>
              </a:rPr>
              <a:t>Filosofia “We're all consenting adults here”</a:t>
            </a:r>
            <a:endParaRPr>
              <a:latin typeface="Arial"/>
              <a:ea typeface="Arial"/>
              <a:cs typeface="Arial"/>
              <a:sym typeface="Arial"/>
            </a:endParaRPr>
          </a:p>
        </p:txBody>
      </p:sp>
      <p:sp>
        <p:nvSpPr>
          <p:cNvPr id="191" name="Google Shape;191;p11"/>
          <p:cNvSpPr/>
          <p:nvPr/>
        </p:nvSpPr>
        <p:spPr>
          <a:xfrm>
            <a:off x="954949" y="2152725"/>
            <a:ext cx="7836000" cy="2824800"/>
          </a:xfrm>
          <a:prstGeom prst="rect">
            <a:avLst/>
          </a:prstGeom>
          <a:noFill/>
          <a:ln>
            <a:noFill/>
          </a:ln>
        </p:spPr>
        <p:txBody>
          <a:bodyPr anchorCtr="0" anchor="ctr" bIns="37800" lIns="75600" spcFirstLastPara="1" rIns="75600" wrap="square" tIns="37800">
            <a:normAutofit/>
          </a:bodyPr>
          <a:lstStyle/>
          <a:p>
            <a:pPr indent="-327533" lvl="0" marL="457200" rtl="0" algn="l">
              <a:lnSpc>
                <a:spcPct val="115000"/>
              </a:lnSpc>
              <a:spcBef>
                <a:spcPts val="1200"/>
              </a:spcBef>
              <a:spcAft>
                <a:spcPts val="0"/>
              </a:spcAft>
              <a:buClr>
                <a:schemeClr val="accent1"/>
              </a:buClr>
              <a:buSzPts val="1558"/>
              <a:buFont typeface="Noto Sans Symbols"/>
              <a:buChar char="►"/>
            </a:pPr>
            <a:r>
              <a:rPr lang="pt-PT" sz="1823">
                <a:solidFill>
                  <a:srgbClr val="3F3F3F"/>
                </a:solidFill>
              </a:rPr>
              <a:t>Guido van Rossum, 2000–2010</a:t>
            </a:r>
            <a:endParaRPr sz="1823">
              <a:solidFill>
                <a:srgbClr val="3F3F3F"/>
              </a:solidFill>
            </a:endParaRPr>
          </a:p>
          <a:p>
            <a:pPr indent="-327533" lvl="0" marL="457200" rtl="0" algn="l">
              <a:lnSpc>
                <a:spcPct val="115000"/>
              </a:lnSpc>
              <a:spcBef>
                <a:spcPts val="0"/>
              </a:spcBef>
              <a:spcAft>
                <a:spcPts val="0"/>
              </a:spcAft>
              <a:buClr>
                <a:schemeClr val="accent1"/>
              </a:buClr>
              <a:buSzPts val="1558"/>
              <a:buFont typeface="Noto Sans Symbols"/>
              <a:buChar char="►"/>
            </a:pPr>
            <a:r>
              <a:rPr lang="pt-PT" sz="1823">
                <a:solidFill>
                  <a:srgbClr val="3F3F3F"/>
                </a:solidFill>
              </a:rPr>
              <a:t>Tradução livre: “Somos todos adultos responsáveis. Se você quiser quebrar as regras, Python deixa. Mas depois não reclama.”</a:t>
            </a:r>
            <a:endParaRPr sz="1823">
              <a:solidFill>
                <a:srgbClr val="3F3F3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Nível 0 – Atributo público</a:t>
            </a:r>
            <a:endParaRPr/>
          </a:p>
        </p:txBody>
      </p:sp>
      <p:sp>
        <p:nvSpPr>
          <p:cNvPr id="197" name="Google Shape;197;p13"/>
          <p:cNvSpPr txBox="1"/>
          <p:nvPr>
            <p:ph idx="1" type="body"/>
          </p:nvPr>
        </p:nvSpPr>
        <p:spPr>
          <a:xfrm>
            <a:off x="693043" y="1509521"/>
            <a:ext cx="8694539" cy="3597912"/>
          </a:xfrm>
          <a:prstGeom prst="rect">
            <a:avLst/>
          </a:prstGeom>
          <a:noFill/>
          <a:ln>
            <a:noFill/>
          </a:ln>
        </p:spPr>
        <p:txBody>
          <a:bodyPr anchorCtr="0" anchor="t" bIns="45700" lIns="91425" spcFirstLastPara="1" rIns="91425" wrap="square" tIns="45700">
            <a:normAutofit/>
          </a:bodyPr>
          <a:lstStyle/>
          <a:p>
            <a:pPr indent="-362199" lvl="0" marL="457200" rtl="0" algn="l">
              <a:lnSpc>
                <a:spcPct val="115000"/>
              </a:lnSpc>
              <a:spcBef>
                <a:spcPts val="1200"/>
              </a:spcBef>
              <a:spcAft>
                <a:spcPts val="0"/>
              </a:spcAft>
              <a:buSzPts val="2104"/>
              <a:buChar char="•"/>
            </a:pPr>
            <a:r>
              <a:rPr lang="pt-PT"/>
              <a:t>motivação, vantagens, desvantagens, exemplos de quando ainda é aceitável: NamedTuple, dataclass sem frozen, pydantic BaseModel sem validação,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Nível 1 – Convenção _nome</a:t>
            </a:r>
            <a:endParaRPr/>
          </a:p>
        </p:txBody>
      </p:sp>
      <p:sp>
        <p:nvSpPr>
          <p:cNvPr id="203" name="Google Shape;203;p14"/>
          <p:cNvSpPr txBox="1"/>
          <p:nvPr>
            <p:ph idx="1" type="body"/>
          </p:nvPr>
        </p:nvSpPr>
        <p:spPr>
          <a:xfrm>
            <a:off x="693043" y="1509521"/>
            <a:ext cx="8694539" cy="3597912"/>
          </a:xfrm>
          <a:prstGeom prst="rect">
            <a:avLst/>
          </a:prstGeom>
          <a:noFill/>
          <a:ln>
            <a:noFill/>
          </a:ln>
        </p:spPr>
        <p:txBody>
          <a:bodyPr anchorCtr="0" anchor="t" bIns="45700" lIns="91425" spcFirstLastPara="1" rIns="91425" wrap="square" tIns="45700">
            <a:normAutofit/>
          </a:bodyPr>
          <a:lstStyle/>
          <a:p>
            <a:pPr indent="-419100" lvl="0" marL="457200" rtl="0" algn="l">
              <a:spcBef>
                <a:spcPts val="827"/>
              </a:spcBef>
              <a:spcAft>
                <a:spcPts val="0"/>
              </a:spcAft>
              <a:buSzPts val="3000"/>
              <a:buChar char="•"/>
            </a:pPr>
            <a:r>
              <a:rPr lang="pt-PT" sz="2300">
                <a:latin typeface="Arial"/>
                <a:ea typeface="Arial"/>
                <a:cs typeface="Arial"/>
                <a:sym typeface="Arial"/>
              </a:rPr>
              <a:t>O underline é </a:t>
            </a:r>
            <a:r>
              <a:rPr b="1" lang="pt-PT" sz="2300">
                <a:latin typeface="Arial"/>
                <a:ea typeface="Arial"/>
                <a:cs typeface="Arial"/>
                <a:sym typeface="Arial"/>
              </a:rPr>
              <a:t>só um comentário</a:t>
            </a:r>
            <a:endParaRPr b="1" sz="2300">
              <a:latin typeface="Arial"/>
              <a:ea typeface="Arial"/>
              <a:cs typeface="Arial"/>
              <a:sym typeface="Arial"/>
            </a:endParaRPr>
          </a:p>
          <a:p>
            <a:pPr indent="-419100" lvl="0" marL="457200" rtl="0" algn="l">
              <a:spcBef>
                <a:spcPts val="827"/>
              </a:spcBef>
              <a:spcAft>
                <a:spcPts val="0"/>
              </a:spcAft>
              <a:buSzPts val="3000"/>
              <a:buChar char="•"/>
            </a:pPr>
            <a:r>
              <a:rPr lang="pt-PT" sz="2300">
                <a:latin typeface="Arial"/>
                <a:ea typeface="Arial"/>
                <a:cs typeface="Arial"/>
                <a:sym typeface="Arial"/>
              </a:rPr>
              <a:t>Exemplos reais de abuso muito comuns (mostrar 5–6)</a:t>
            </a:r>
            <a:endParaRPr sz="2300">
              <a:latin typeface="Arial"/>
              <a:ea typeface="Arial"/>
              <a:cs typeface="Arial"/>
              <a:sym typeface="Arial"/>
            </a:endParaRPr>
          </a:p>
          <a:p>
            <a:pPr indent="-419100" lvl="0" marL="457200" rtl="0" algn="l">
              <a:spcBef>
                <a:spcPts val="827"/>
              </a:spcBef>
              <a:spcAft>
                <a:spcPts val="0"/>
              </a:spcAft>
              <a:buSzPts val="3000"/>
              <a:buChar char="•"/>
            </a:pPr>
            <a:r>
              <a:rPr lang="pt-PT" sz="2300">
                <a:latin typeface="Arial"/>
                <a:ea typeface="Arial"/>
                <a:cs typeface="Arial"/>
                <a:sym typeface="Arial"/>
              </a:rPr>
              <a:t>Por que 90% do código Python sério usa _ mesmo assim?</a:t>
            </a:r>
            <a:endParaRPr sz="2300">
              <a:latin typeface="Arial"/>
              <a:ea typeface="Arial"/>
              <a:cs typeface="Arial"/>
              <a:sym typeface="Arial"/>
            </a:endParaRPr>
          </a:p>
          <a:p>
            <a:pPr indent="-419100" lvl="0" marL="457200" rtl="0" algn="l">
              <a:spcBef>
                <a:spcPts val="827"/>
              </a:spcBef>
              <a:spcAft>
                <a:spcPts val="0"/>
              </a:spcAft>
              <a:buSzPts val="3000"/>
              <a:buChar char="•"/>
            </a:pPr>
            <a:r>
              <a:rPr lang="pt-PT" sz="2300">
                <a:latin typeface="Arial"/>
                <a:ea typeface="Arial"/>
                <a:cs typeface="Arial"/>
                <a:sym typeface="Arial"/>
              </a:rPr>
              <a:t>Regra prática: “se tem _ e não é @property, não leia nem escreva de fora”</a:t>
            </a:r>
            <a:endParaRPr sz="3515"/>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Nível 2 – __nome + @property</a:t>
            </a:r>
            <a:endParaRPr/>
          </a:p>
        </p:txBody>
      </p:sp>
      <p:sp>
        <p:nvSpPr>
          <p:cNvPr id="209" name="Google Shape;209;p15"/>
          <p:cNvSpPr txBox="1"/>
          <p:nvPr>
            <p:ph idx="1" type="body"/>
          </p:nvPr>
        </p:nvSpPr>
        <p:spPr>
          <a:xfrm>
            <a:off x="373348" y="2137303"/>
            <a:ext cx="4152231" cy="2824675"/>
          </a:xfrm>
          <a:prstGeom prst="rect">
            <a:avLst/>
          </a:prstGeom>
          <a:noFill/>
          <a:ln>
            <a:noFill/>
          </a:ln>
        </p:spPr>
        <p:txBody>
          <a:bodyPr anchorCtr="0" anchor="t" bIns="45700" lIns="91425" spcFirstLastPara="1" rIns="91425" wrap="square" tIns="45700">
            <a:normAutofit fontScale="77500" lnSpcReduction="20000"/>
          </a:bodyPr>
          <a:lstStyle/>
          <a:p>
            <a:pPr indent="-342931" lvl="0" marL="457200" rtl="0" algn="l">
              <a:lnSpc>
                <a:spcPct val="90000"/>
              </a:lnSpc>
              <a:spcBef>
                <a:spcPts val="827"/>
              </a:spcBef>
              <a:spcAft>
                <a:spcPts val="0"/>
              </a:spcAft>
              <a:buClr>
                <a:schemeClr val="dk1"/>
              </a:buClr>
              <a:buSzPct val="99676"/>
              <a:buChar char="•"/>
            </a:pPr>
            <a:r>
              <a:rPr lang="pt-PT"/>
              <a:t>Em Python, a palavra-chave self é usada para se referir à instância atual da classe.</a:t>
            </a:r>
            <a:endParaRPr/>
          </a:p>
          <a:p>
            <a:pPr indent="-342931" lvl="0" marL="457200" rtl="0" algn="l">
              <a:lnSpc>
                <a:spcPct val="90000"/>
              </a:lnSpc>
              <a:spcBef>
                <a:spcPts val="827"/>
              </a:spcBef>
              <a:spcAft>
                <a:spcPts val="0"/>
              </a:spcAft>
              <a:buClr>
                <a:schemeClr val="dk1"/>
              </a:buClr>
              <a:buSzPct val="99676"/>
              <a:buChar char="•"/>
            </a:pPr>
            <a:r>
              <a:rPr lang="pt-PT"/>
              <a:t>A escolha de self segue a filosofia de legibilidade e simplicidade do Zen do Python, que enfatiza a clareza e a simplicidade do código.</a:t>
            </a:r>
            <a:endParaRPr/>
          </a:p>
          <a:p>
            <a:pPr indent="-342931" lvl="0" marL="457200" rtl="0" algn="l">
              <a:lnSpc>
                <a:spcPct val="90000"/>
              </a:lnSpc>
              <a:spcBef>
                <a:spcPts val="827"/>
              </a:spcBef>
              <a:spcAft>
                <a:spcPts val="0"/>
              </a:spcAft>
              <a:buClr>
                <a:schemeClr val="dk1"/>
              </a:buClr>
              <a:buSzPct val="99676"/>
              <a:buChar char="•"/>
            </a:pPr>
            <a:r>
              <a:rPr lang="pt-PT"/>
              <a:t>self é uma convenção que é amplamente aceita e compreendida pela comunidade Python.</a:t>
            </a:r>
            <a:endParaRPr/>
          </a:p>
        </p:txBody>
      </p:sp>
      <p:pic>
        <p:nvPicPr>
          <p:cNvPr id="210" name="Google Shape;210;p15"/>
          <p:cNvPicPr preferRelativeResize="0"/>
          <p:nvPr/>
        </p:nvPicPr>
        <p:blipFill rotWithShape="1">
          <a:blip r:embed="rId3">
            <a:alphaModFix/>
          </a:blip>
          <a:srcRect b="0" l="0" r="0" t="0"/>
          <a:stretch/>
        </p:blipFill>
        <p:spPr>
          <a:xfrm>
            <a:off x="4443531" y="2805165"/>
            <a:ext cx="5185649" cy="744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6"/>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Nível 3 – @dataclass(frozen=True)</a:t>
            </a:r>
            <a:endParaRPr/>
          </a:p>
        </p:txBody>
      </p:sp>
      <p:sp>
        <p:nvSpPr>
          <p:cNvPr id="216" name="Google Shape;216;p16"/>
          <p:cNvSpPr txBox="1"/>
          <p:nvPr>
            <p:ph idx="1" type="body"/>
          </p:nvPr>
        </p:nvSpPr>
        <p:spPr>
          <a:xfrm>
            <a:off x="1217250" y="1147073"/>
            <a:ext cx="8565300" cy="35679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827"/>
              </a:spcBef>
              <a:spcAft>
                <a:spcPts val="0"/>
              </a:spcAft>
              <a:buSzPts val="1800"/>
              <a:buNone/>
            </a:pPr>
            <a:r>
              <a:rPr lang="pt-PT"/>
              <a:t>      Parametrizado                                                     Não-                 					 Parametrizado</a:t>
            </a:r>
            <a:endParaRPr/>
          </a:p>
        </p:txBody>
      </p:sp>
      <p:pic>
        <p:nvPicPr>
          <p:cNvPr id="217" name="Google Shape;217;p16"/>
          <p:cNvPicPr preferRelativeResize="0"/>
          <p:nvPr/>
        </p:nvPicPr>
        <p:blipFill rotWithShape="1">
          <a:blip r:embed="rId3">
            <a:alphaModFix/>
          </a:blip>
          <a:srcRect b="0" l="0" r="0" t="0"/>
          <a:stretch/>
        </p:blipFill>
        <p:spPr>
          <a:xfrm>
            <a:off x="1" y="2039750"/>
            <a:ext cx="3930325" cy="2486323"/>
          </a:xfrm>
          <a:prstGeom prst="rect">
            <a:avLst/>
          </a:prstGeom>
          <a:noFill/>
          <a:ln>
            <a:noFill/>
          </a:ln>
        </p:spPr>
      </p:pic>
      <p:pic>
        <p:nvPicPr>
          <p:cNvPr id="218" name="Google Shape;218;p16"/>
          <p:cNvPicPr preferRelativeResize="0"/>
          <p:nvPr/>
        </p:nvPicPr>
        <p:blipFill rotWithShape="1">
          <a:blip r:embed="rId4">
            <a:alphaModFix/>
          </a:blip>
          <a:srcRect b="0" l="0" r="0" t="0"/>
          <a:stretch/>
        </p:blipFill>
        <p:spPr>
          <a:xfrm>
            <a:off x="4076228" y="2478176"/>
            <a:ext cx="5564074" cy="2047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ph type="title"/>
          </p:nvPr>
        </p:nvSpPr>
        <p:spPr>
          <a:xfrm>
            <a:off x="319825" y="44975"/>
            <a:ext cx="9422100" cy="13413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None/>
            </a:pPr>
            <a:r>
              <a:rPr lang="pt-PT"/>
              <a:t>Quando escolher frozen em vez de __ + property</a:t>
            </a:r>
            <a:endParaRPr/>
          </a:p>
        </p:txBody>
      </p:sp>
      <p:graphicFrame>
        <p:nvGraphicFramePr>
          <p:cNvPr id="224" name="Google Shape;224;p17"/>
          <p:cNvGraphicFramePr/>
          <p:nvPr/>
        </p:nvGraphicFramePr>
        <p:xfrm>
          <a:off x="1215625" y="1440375"/>
          <a:ext cx="3000000" cy="3000000"/>
        </p:xfrm>
        <a:graphic>
          <a:graphicData uri="http://schemas.openxmlformats.org/drawingml/2006/table">
            <a:tbl>
              <a:tblPr>
                <a:noFill/>
                <a:tableStyleId>{CAF4506C-FD8F-4CF0-A87D-28AED7EF5E28}</a:tableStyleId>
              </a:tblPr>
              <a:tblGrid>
                <a:gridCol w="2200275"/>
                <a:gridCol w="704850"/>
                <a:gridCol w="1190625"/>
                <a:gridCol w="1276350"/>
                <a:gridCol w="1638300"/>
              </a:tblGrid>
              <a:tr h="190500">
                <a:tc>
                  <a:txBody>
                    <a:bodyPr/>
                    <a:lstStyle/>
                    <a:p>
                      <a:pPr indent="0" lvl="0" marL="0" rtl="0" algn="ctr">
                        <a:lnSpc>
                          <a:spcPct val="115000"/>
                        </a:lnSpc>
                        <a:spcBef>
                          <a:spcPts val="0"/>
                        </a:spcBef>
                        <a:spcAft>
                          <a:spcPts val="0"/>
                        </a:spcAft>
                        <a:buNone/>
                      </a:pPr>
                      <a:r>
                        <a:rPr b="1" lang="pt-PT" sz="1100"/>
                        <a:t>Critério</a:t>
                      </a:r>
                      <a:endParaRPr b="1" sz="1100"/>
                    </a:p>
                  </a:txBody>
                  <a:tcPr marT="91425" marB="91425" marR="91425" marL="91425"/>
                </a:tc>
                <a:tc>
                  <a:txBody>
                    <a:bodyPr/>
                    <a:lstStyle/>
                    <a:p>
                      <a:pPr indent="0" lvl="0" marL="0" rtl="0" algn="ctr">
                        <a:lnSpc>
                          <a:spcPct val="115000"/>
                        </a:lnSpc>
                        <a:spcBef>
                          <a:spcPts val="0"/>
                        </a:spcBef>
                        <a:spcAft>
                          <a:spcPts val="0"/>
                        </a:spcAft>
                        <a:buNone/>
                      </a:pPr>
                      <a:r>
                        <a:rPr b="1" lang="pt-PT" sz="1100">
                          <a:solidFill>
                            <a:srgbClr val="188038"/>
                          </a:solidFill>
                          <a:latin typeface="Roboto Mono"/>
                          <a:ea typeface="Roboto Mono"/>
                          <a:cs typeface="Roboto Mono"/>
                          <a:sym typeface="Roboto Mono"/>
                        </a:rPr>
                        <a:t>saldo</a:t>
                      </a:r>
                      <a:endParaRPr b="1"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ctr">
                        <a:lnSpc>
                          <a:spcPct val="115000"/>
                        </a:lnSpc>
                        <a:spcBef>
                          <a:spcPts val="0"/>
                        </a:spcBef>
                        <a:spcAft>
                          <a:spcPts val="0"/>
                        </a:spcAft>
                        <a:buNone/>
                      </a:pPr>
                      <a:r>
                        <a:rPr b="1" lang="pt-PT" sz="1100">
                          <a:solidFill>
                            <a:srgbClr val="188038"/>
                          </a:solidFill>
                          <a:latin typeface="Roboto Mono"/>
                          <a:ea typeface="Roboto Mono"/>
                          <a:cs typeface="Roboto Mono"/>
                          <a:sym typeface="Roboto Mono"/>
                        </a:rPr>
                        <a:t>_saldo</a:t>
                      </a:r>
                      <a:endParaRPr b="1" sz="11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ctr">
                        <a:lnSpc>
                          <a:spcPct val="115000"/>
                        </a:lnSpc>
                        <a:spcBef>
                          <a:spcPts val="0"/>
                        </a:spcBef>
                        <a:spcAft>
                          <a:spcPts val="0"/>
                        </a:spcAft>
                        <a:buNone/>
                      </a:pPr>
                      <a:r>
                        <a:rPr b="1" lang="pt-PT" sz="1100">
                          <a:solidFill>
                            <a:srgbClr val="188038"/>
                          </a:solidFill>
                          <a:latin typeface="Roboto Mono"/>
                          <a:ea typeface="Roboto Mono"/>
                          <a:cs typeface="Roboto Mono"/>
                          <a:sym typeface="Roboto Mono"/>
                        </a:rPr>
                        <a:t>__saldo</a:t>
                      </a:r>
                      <a:r>
                        <a:rPr b="1" lang="pt-PT" sz="1100"/>
                        <a:t> + property</a:t>
                      </a:r>
                      <a:endParaRPr b="1" sz="1100"/>
                    </a:p>
                  </a:txBody>
                  <a:tcPr marT="91425" marB="91425" marR="91425" marL="91425"/>
                </a:tc>
                <a:tc>
                  <a:txBody>
                    <a:bodyPr/>
                    <a:lstStyle/>
                    <a:p>
                      <a:pPr indent="0" lvl="0" marL="0" rtl="0" algn="ctr">
                        <a:lnSpc>
                          <a:spcPct val="115000"/>
                        </a:lnSpc>
                        <a:spcBef>
                          <a:spcPts val="0"/>
                        </a:spcBef>
                        <a:spcAft>
                          <a:spcPts val="0"/>
                        </a:spcAft>
                        <a:buNone/>
                      </a:pPr>
                      <a:r>
                        <a:rPr b="1" lang="pt-PT" sz="1100">
                          <a:solidFill>
                            <a:srgbClr val="188038"/>
                          </a:solidFill>
                          <a:latin typeface="Roboto Mono"/>
                          <a:ea typeface="Roboto Mono"/>
                          <a:cs typeface="Roboto Mono"/>
                          <a:sym typeface="Roboto Mono"/>
                        </a:rPr>
                        <a:t>frozen=True</a:t>
                      </a:r>
                      <a:endParaRPr b="1" sz="1100">
                        <a:solidFill>
                          <a:srgbClr val="188038"/>
                        </a:solidFill>
                        <a:latin typeface="Roboto Mono"/>
                        <a:ea typeface="Roboto Mono"/>
                        <a:cs typeface="Roboto Mono"/>
                        <a:sym typeface="Roboto Mono"/>
                      </a:endParaRPr>
                    </a:p>
                  </a:txBody>
                  <a:tcPr marT="91425" marB="91425" marR="91425" marL="91425"/>
                </a:tc>
              </a:tr>
              <a:tr h="200025">
                <a:tc>
                  <a:txBody>
                    <a:bodyPr/>
                    <a:lstStyle/>
                    <a:p>
                      <a:pPr indent="0" lvl="0" marL="0" rtl="0" algn="l">
                        <a:spcBef>
                          <a:spcPts val="0"/>
                        </a:spcBef>
                        <a:spcAft>
                          <a:spcPts val="0"/>
                        </a:spcAft>
                        <a:buNone/>
                      </a:pPr>
                      <a:r>
                        <a:rPr lang="pt-PT"/>
                        <a:t>Facilidade de escrita</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r>
              <a:tr h="200025">
                <a:tc>
                  <a:txBody>
                    <a:bodyPr/>
                    <a:lstStyle/>
                    <a:p>
                      <a:pPr indent="0" lvl="0" marL="0" rtl="0" algn="l">
                        <a:spcBef>
                          <a:spcPts val="0"/>
                        </a:spcBef>
                        <a:spcAft>
                          <a:spcPts val="0"/>
                        </a:spcAft>
                        <a:buNone/>
                      </a:pPr>
                      <a:r>
                        <a:rPr lang="pt-PT"/>
                        <a:t>Proteção contra erros bobos</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r>
              <a:tr h="200025">
                <a:tc>
                  <a:txBody>
                    <a:bodyPr/>
                    <a:lstStyle/>
                    <a:p>
                      <a:pPr indent="0" lvl="0" marL="0" rtl="0" algn="l">
                        <a:spcBef>
                          <a:spcPts val="0"/>
                        </a:spcBef>
                        <a:spcAft>
                          <a:spcPts val="0"/>
                        </a:spcAft>
                        <a:buNone/>
                      </a:pPr>
                      <a:r>
                        <a:rPr lang="pt-PT"/>
                        <a:t>Facilidade de teste</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r>
              <a:tr h="200025">
                <a:tc>
                  <a:txBody>
                    <a:bodyPr/>
                    <a:lstStyle/>
                    <a:p>
                      <a:pPr indent="0" lvl="0" marL="0" rtl="0" algn="l">
                        <a:spcBef>
                          <a:spcPts val="0"/>
                        </a:spcBef>
                        <a:spcAft>
                          <a:spcPts val="0"/>
                        </a:spcAft>
                        <a:buNone/>
                      </a:pPr>
                      <a:r>
                        <a:rPr lang="pt-PT"/>
                        <a:t>Refatoração segura</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c>
                  <a:txBody>
                    <a:bodyPr/>
                    <a:lstStyle/>
                    <a:p>
                      <a:pPr indent="0" lvl="0" marL="0" rtl="0" algn="l">
                        <a:spcBef>
                          <a:spcPts val="0"/>
                        </a:spcBef>
                        <a:spcAft>
                          <a:spcPts val="0"/>
                        </a:spcAft>
                        <a:buNone/>
                      </a:pPr>
                      <a:r>
                        <a:rPr lang="pt-PT"/>
                        <a:t>★★★★★</a:t>
                      </a:r>
                      <a:endParaRPr/>
                    </a:p>
                  </a:txBody>
                  <a:tcPr marT="91425" marB="91425" marR="91425" marL="91425"/>
                </a:tc>
              </a:tr>
              <a:tr h="190500">
                <a:tc>
                  <a:txBody>
                    <a:bodyPr/>
                    <a:lstStyle/>
                    <a:p>
                      <a:pPr indent="0" lvl="0" marL="0" rtl="0" algn="l">
                        <a:spcBef>
                          <a:spcPts val="0"/>
                        </a:spcBef>
                        <a:spcAft>
                          <a:spcPts val="0"/>
                        </a:spcAft>
                        <a:buNone/>
                      </a:pPr>
                      <a:r>
                        <a:rPr lang="pt-PT"/>
                        <a:t>Tamanho do objeto em memória</a:t>
                      </a:r>
                      <a:endParaRPr/>
                    </a:p>
                  </a:txBody>
                  <a:tcPr marT="91425" marB="91425" marR="91425" marL="91425"/>
                </a:tc>
                <a:tc>
                  <a:txBody>
                    <a:bodyPr/>
                    <a:lstStyle/>
                    <a:p>
                      <a:pPr indent="0" lvl="0" marL="0" rtl="0" algn="l">
                        <a:spcBef>
                          <a:spcPts val="0"/>
                        </a:spcBef>
                        <a:spcAft>
                          <a:spcPts val="0"/>
                        </a:spcAft>
                        <a:buNone/>
                      </a:pPr>
                      <a:r>
                        <a:rPr lang="pt-PT"/>
                        <a:t>menor</a:t>
                      </a:r>
                      <a:endParaRPr/>
                    </a:p>
                  </a:txBody>
                  <a:tcPr marT="91425" marB="91425" marR="91425" marL="91425"/>
                </a:tc>
                <a:tc>
                  <a:txBody>
                    <a:bodyPr/>
                    <a:lstStyle/>
                    <a:p>
                      <a:pPr indent="0" lvl="0" marL="0" rtl="0" algn="l">
                        <a:spcBef>
                          <a:spcPts val="0"/>
                        </a:spcBef>
                        <a:spcAft>
                          <a:spcPts val="0"/>
                        </a:spcAft>
                        <a:buNone/>
                      </a:pPr>
                      <a:r>
                        <a:rPr lang="pt-PT"/>
                        <a:t>menor</a:t>
                      </a:r>
                      <a:endParaRPr/>
                    </a:p>
                  </a:txBody>
                  <a:tcPr marT="91425" marB="91425" marR="91425" marL="91425"/>
                </a:tc>
                <a:tc>
                  <a:txBody>
                    <a:bodyPr/>
                    <a:lstStyle/>
                    <a:p>
                      <a:pPr indent="0" lvl="0" marL="0" rtl="0" algn="l">
                        <a:spcBef>
                          <a:spcPts val="0"/>
                        </a:spcBef>
                        <a:spcAft>
                          <a:spcPts val="0"/>
                        </a:spcAft>
                        <a:buNone/>
                      </a:pPr>
                      <a:r>
                        <a:rPr lang="pt-PT"/>
                        <a:t>médio</a:t>
                      </a:r>
                      <a:endParaRPr/>
                    </a:p>
                  </a:txBody>
                  <a:tcPr marT="91425" marB="91425" marR="91425" marL="91425"/>
                </a:tc>
                <a:tc>
                  <a:txBody>
                    <a:bodyPr/>
                    <a:lstStyle/>
                    <a:p>
                      <a:pPr indent="0" lvl="0" marL="0" rtl="0" algn="l">
                        <a:spcBef>
                          <a:spcPts val="0"/>
                        </a:spcBef>
                        <a:spcAft>
                          <a:spcPts val="0"/>
                        </a:spcAft>
                        <a:buNone/>
                      </a:pPr>
                      <a:r>
                        <a:rPr lang="pt-PT"/>
                        <a:t>médio-grande</a:t>
                      </a:r>
                      <a:endParaRPr/>
                    </a:p>
                  </a:txBody>
                  <a:tcPr marT="91425" marB="91425" marR="91425" marL="91425"/>
                </a:tc>
              </a:tr>
              <a:tr h="190500">
                <a:tc>
                  <a:txBody>
                    <a:bodyPr/>
                    <a:lstStyle/>
                    <a:p>
                      <a:pPr indent="0" lvl="0" marL="0" rtl="0" algn="l">
                        <a:spcBef>
                          <a:spcPts val="0"/>
                        </a:spcBef>
                        <a:spcAft>
                          <a:spcPts val="0"/>
                        </a:spcAft>
                        <a:buNone/>
                      </a:pPr>
                      <a:r>
                        <a:rPr lang="pt-PT"/>
                        <a:t>Comunidade aceita acessar de fora?</a:t>
                      </a:r>
                      <a:endParaRPr/>
                    </a:p>
                  </a:txBody>
                  <a:tcPr marT="91425" marB="91425" marR="91425" marL="91425"/>
                </a:tc>
                <a:tc>
                  <a:txBody>
                    <a:bodyPr/>
                    <a:lstStyle/>
                    <a:p>
                      <a:pPr indent="0" lvl="0" marL="0" rtl="0" algn="l">
                        <a:spcBef>
                          <a:spcPts val="0"/>
                        </a:spcBef>
                        <a:spcAft>
                          <a:spcPts val="0"/>
                        </a:spcAft>
                        <a:buNone/>
                      </a:pPr>
                      <a:r>
                        <a:rPr lang="pt-PT"/>
                        <a:t>sim</a:t>
                      </a:r>
                      <a:endParaRPr/>
                    </a:p>
                  </a:txBody>
                  <a:tcPr marT="91425" marB="91425" marR="91425" marL="91425"/>
                </a:tc>
                <a:tc>
                  <a:txBody>
                    <a:bodyPr/>
                    <a:lstStyle/>
                    <a:p>
                      <a:pPr indent="0" lvl="0" marL="0" rtl="0" algn="l">
                        <a:spcBef>
                          <a:spcPts val="0"/>
                        </a:spcBef>
                        <a:spcAft>
                          <a:spcPts val="0"/>
                        </a:spcAft>
                        <a:buNone/>
                      </a:pPr>
                      <a:r>
                        <a:rPr lang="pt-PT"/>
                        <a:t>não (mas acontece)</a:t>
                      </a:r>
                      <a:endParaRPr/>
                    </a:p>
                  </a:txBody>
                  <a:tcPr marT="91425" marB="91425" marR="91425" marL="91425"/>
                </a:tc>
                <a:tc>
                  <a:txBody>
                    <a:bodyPr/>
                    <a:lstStyle/>
                    <a:p>
                      <a:pPr indent="0" lvl="0" marL="0" rtl="0" algn="l">
                        <a:spcBef>
                          <a:spcPts val="0"/>
                        </a:spcBef>
                        <a:spcAft>
                          <a:spcPts val="0"/>
                        </a:spcAft>
                        <a:buNone/>
                      </a:pPr>
                      <a:r>
                        <a:rPr lang="pt-PT"/>
                        <a:t>muito não</a:t>
                      </a:r>
                      <a:endParaRPr/>
                    </a:p>
                  </a:txBody>
                  <a:tcPr marT="91425" marB="91425" marR="91425" marL="91425"/>
                </a:tc>
                <a:tc>
                  <a:txBody>
                    <a:bodyPr/>
                    <a:lstStyle/>
                    <a:p>
                      <a:pPr indent="0" lvl="0" marL="0" rtl="0" algn="l">
                        <a:spcBef>
                          <a:spcPts val="0"/>
                        </a:spcBef>
                        <a:spcAft>
                          <a:spcPts val="0"/>
                        </a:spcAft>
                        <a:buNone/>
                      </a:pPr>
                      <a:r>
                        <a:rPr lang="pt-PT"/>
                        <a:t>impossível (erro explícito)</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8"/>
          <p:cNvSpPr txBox="1"/>
          <p:nvPr>
            <p:ph type="title"/>
          </p:nvPr>
        </p:nvSpPr>
        <p:spPr>
          <a:xfrm>
            <a:off x="954942" y="805150"/>
            <a:ext cx="7244137" cy="58453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1200"/>
              </a:spcAft>
              <a:buClr>
                <a:schemeClr val="dk1"/>
              </a:buClr>
              <a:buSzPct val="30236"/>
              <a:buNone/>
            </a:pPr>
            <a:r>
              <a:rPr lang="pt-PT"/>
              <a:t>Exercícios</a:t>
            </a:r>
            <a:endParaRPr/>
          </a:p>
        </p:txBody>
      </p:sp>
      <p:sp>
        <p:nvSpPr>
          <p:cNvPr id="230" name="Google Shape;230;p18"/>
          <p:cNvSpPr txBox="1"/>
          <p:nvPr>
            <p:ph idx="1" type="body"/>
          </p:nvPr>
        </p:nvSpPr>
        <p:spPr>
          <a:xfrm>
            <a:off x="954943" y="2152733"/>
            <a:ext cx="2878215" cy="2824675"/>
          </a:xfrm>
          <a:prstGeom prst="rect">
            <a:avLst/>
          </a:prstGeom>
          <a:noFill/>
          <a:ln>
            <a:noFill/>
          </a:ln>
        </p:spPr>
        <p:txBody>
          <a:bodyPr anchorCtr="0" anchor="ctr" bIns="45700" lIns="91425" spcFirstLastPara="1" rIns="91425" wrap="square" tIns="45700">
            <a:normAutofit/>
          </a:bodyPr>
          <a:lstStyle/>
          <a:p>
            <a:pPr indent="-342900" lvl="0" marL="457200" rtl="0" algn="l">
              <a:lnSpc>
                <a:spcPct val="90000"/>
              </a:lnSpc>
              <a:spcBef>
                <a:spcPts val="827"/>
              </a:spcBef>
              <a:spcAft>
                <a:spcPts val="0"/>
              </a:spcAft>
              <a:buSzPts val="1800"/>
              <a:buChar char="•"/>
            </a:pPr>
            <a:r>
              <a:rPr lang="pt-PT" sz="1323">
                <a:solidFill>
                  <a:srgbClr val="374151"/>
                </a:solidFill>
                <a:latin typeface="Arial"/>
                <a:ea typeface="Arial"/>
                <a:cs typeface="Arial"/>
                <a:sym typeface="Arial"/>
              </a:rPr>
              <a:t>A sobrecarga de construtores em Python é um pouco diferente da abordagem em Java, pois Python não oferece suporte para múltiplas assinaturas de construtores com base nos tipos de parâmetros. No entanto, você pode alcançar resultados semelhantes em Python usando argumentos padrão ou valores padrão para os parâmetros do construtor.</a:t>
            </a:r>
            <a:endParaRPr sz="1323"/>
          </a:p>
        </p:txBody>
      </p:sp>
      <p:pic>
        <p:nvPicPr>
          <p:cNvPr descr="Texto&#10;&#10;Descrição gerada automaticamente" id="231" name="Google Shape;231;p18"/>
          <p:cNvPicPr preferRelativeResize="0"/>
          <p:nvPr/>
        </p:nvPicPr>
        <p:blipFill rotWithShape="1">
          <a:blip r:embed="rId3">
            <a:alphaModFix/>
          </a:blip>
          <a:srcRect b="1" l="0" r="5740" t="0"/>
          <a:stretch/>
        </p:blipFill>
        <p:spPr>
          <a:xfrm>
            <a:off x="3833150" y="1697926"/>
            <a:ext cx="6096600" cy="3036300"/>
          </a:xfrm>
          <a:prstGeom prst="roundRect">
            <a:avLst>
              <a:gd fmla="val 1858" name="adj"/>
            </a:avLst>
          </a:prstGeom>
          <a:noFill/>
          <a:ln>
            <a:noFill/>
          </a:ln>
          <a:effectLst>
            <a:outerShdw blurRad="50800" rotWithShape="0" algn="tl" dir="5400000" dist="50800">
              <a:srgbClr val="000000">
                <a:alpha val="43137"/>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ph type="title"/>
          </p:nvPr>
        </p:nvSpPr>
        <p:spPr>
          <a:xfrm>
            <a:off x="693043" y="301905"/>
            <a:ext cx="8694539" cy="10960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pt-PT"/>
              <a:t>Parâmetros</a:t>
            </a:r>
            <a:endParaRPr/>
          </a:p>
        </p:txBody>
      </p:sp>
      <p:pic>
        <p:nvPicPr>
          <p:cNvPr id="237" name="Google Shape;237;p19"/>
          <p:cNvPicPr preferRelativeResize="0"/>
          <p:nvPr>
            <p:ph idx="1" type="body"/>
          </p:nvPr>
        </p:nvPicPr>
        <p:blipFill rotWithShape="1">
          <a:blip r:embed="rId3">
            <a:alphaModFix/>
          </a:blip>
          <a:srcRect b="0" l="0" r="0" t="0"/>
          <a:stretch/>
        </p:blipFill>
        <p:spPr>
          <a:xfrm>
            <a:off x="4653023" y="502250"/>
            <a:ext cx="3733500" cy="2188500"/>
          </a:xfrm>
          <a:prstGeom prst="rect">
            <a:avLst/>
          </a:prstGeom>
          <a:noFill/>
          <a:ln>
            <a:noFill/>
          </a:ln>
        </p:spPr>
      </p:pic>
      <p:pic>
        <p:nvPicPr>
          <p:cNvPr id="238" name="Google Shape;238;p19"/>
          <p:cNvPicPr preferRelativeResize="0"/>
          <p:nvPr/>
        </p:nvPicPr>
        <p:blipFill rotWithShape="1">
          <a:blip r:embed="rId4">
            <a:alphaModFix/>
          </a:blip>
          <a:srcRect b="0" l="0" r="0" t="0"/>
          <a:stretch/>
        </p:blipFill>
        <p:spPr>
          <a:xfrm>
            <a:off x="199400" y="3221773"/>
            <a:ext cx="5018325" cy="1937450"/>
          </a:xfrm>
          <a:prstGeom prst="rect">
            <a:avLst/>
          </a:prstGeom>
          <a:noFill/>
          <a:ln>
            <a:noFill/>
          </a:ln>
        </p:spPr>
      </p:pic>
      <p:pic>
        <p:nvPicPr>
          <p:cNvPr id="239" name="Google Shape;239;p19"/>
          <p:cNvPicPr preferRelativeResize="0"/>
          <p:nvPr/>
        </p:nvPicPr>
        <p:blipFill rotWithShape="1">
          <a:blip r:embed="rId5">
            <a:alphaModFix/>
          </a:blip>
          <a:srcRect b="0" l="0" r="0" t="0"/>
          <a:stretch/>
        </p:blipFill>
        <p:spPr>
          <a:xfrm>
            <a:off x="7405105" y="3687055"/>
            <a:ext cx="1599542" cy="1472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23"/>
          <p:cNvSpPr/>
          <p:nvPr/>
        </p:nvSpPr>
        <p:spPr>
          <a:xfrm>
            <a:off x="0" y="0"/>
            <a:ext cx="10080625" cy="56705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23"/>
          <p:cNvSpPr/>
          <p:nvPr/>
        </p:nvSpPr>
        <p:spPr>
          <a:xfrm>
            <a:off x="-2" y="0"/>
            <a:ext cx="4246538" cy="5681834"/>
          </a:xfrm>
          <a:prstGeom prst="rect">
            <a:avLst/>
          </a:prstGeom>
          <a:solidFill>
            <a:srgbClr val="82766A">
              <a:alpha val="1490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Google Colab: The Ultimate Free Cloud Computing Tool That Transforms Your  Workflow" id="246" name="Google Shape;246;p23"/>
          <p:cNvPicPr preferRelativeResize="0"/>
          <p:nvPr/>
        </p:nvPicPr>
        <p:blipFill rotWithShape="1">
          <a:blip r:embed="rId3">
            <a:alphaModFix/>
          </a:blip>
          <a:srcRect b="1" l="1375" r="8677" t="0"/>
          <a:stretch/>
        </p:blipFill>
        <p:spPr>
          <a:xfrm>
            <a:off x="2410565" y="10"/>
            <a:ext cx="7670060" cy="5670540"/>
          </a:xfrm>
          <a:custGeom>
            <a:rect b="b" l="l" r="r" t="t"/>
            <a:pathLst>
              <a:path extrusionOk="0" h="6871647" w="9276545">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a:solidFill>
            <a:srgbClr val="FFFFFF"/>
          </a:solidFill>
          <a:ln>
            <a:noFill/>
          </a:ln>
        </p:spPr>
      </p:pic>
      <p:sp>
        <p:nvSpPr>
          <p:cNvPr id="247" name="Google Shape;247;p23"/>
          <p:cNvSpPr txBox="1"/>
          <p:nvPr>
            <p:ph type="title"/>
          </p:nvPr>
        </p:nvSpPr>
        <p:spPr>
          <a:xfrm>
            <a:off x="547287" y="2358496"/>
            <a:ext cx="2614364" cy="218309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2626"/>
              </a:buClr>
              <a:buSzPts val="3000"/>
              <a:buFont typeface="Calibri"/>
              <a:buNone/>
            </a:pPr>
            <a:r>
              <a:rPr lang="pt-PT" sz="3000">
                <a:solidFill>
                  <a:srgbClr val="262626"/>
                </a:solidFill>
              </a:rPr>
              <a:t>Python</a:t>
            </a:r>
            <a:endParaRPr/>
          </a:p>
        </p:txBody>
      </p:sp>
      <p:sp>
        <p:nvSpPr>
          <p:cNvPr id="248" name="Google Shape;248;p23"/>
          <p:cNvSpPr txBox="1"/>
          <p:nvPr>
            <p:ph idx="2" type="body"/>
          </p:nvPr>
        </p:nvSpPr>
        <p:spPr>
          <a:xfrm>
            <a:off x="547286" y="4693956"/>
            <a:ext cx="2733550" cy="55051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62626"/>
              </a:buClr>
              <a:buSzPts val="1300"/>
              <a:buNone/>
            </a:pPr>
            <a:r>
              <a:rPr lang="pt-PT" sz="1300">
                <a:solidFill>
                  <a:srgbClr val="262626"/>
                </a:solidFill>
              </a:rPr>
              <a:t>Let’s code!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Office 2013 - 2022">
  <a:themeElements>
    <a:clrScheme name="Tema Office 2013 - 2022">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